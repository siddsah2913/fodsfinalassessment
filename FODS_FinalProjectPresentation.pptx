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93" d="100"/>
          <a:sy n="93" d="100"/>
        </p:scale>
        <p:origin x="54" y="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1609B-8EF9-45A4-9B25-989D29D07C8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CF50C-D064-451C-BF2B-EADFF29B2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723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1609B-8EF9-45A4-9B25-989D29D07C8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CF50C-D064-451C-BF2B-EADFF29B2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25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1609B-8EF9-45A4-9B25-989D29D07C8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CF50C-D064-451C-BF2B-EADFF29B2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237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1609B-8EF9-45A4-9B25-989D29D07C8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CF50C-D064-451C-BF2B-EADFF29B2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56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1609B-8EF9-45A4-9B25-989D29D07C8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CF50C-D064-451C-BF2B-EADFF29B2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692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1609B-8EF9-45A4-9B25-989D29D07C8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CF50C-D064-451C-BF2B-EADFF29B2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400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1609B-8EF9-45A4-9B25-989D29D07C8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CF50C-D064-451C-BF2B-EADFF29B2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540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1609B-8EF9-45A4-9B25-989D29D07C8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CF50C-D064-451C-BF2B-EADFF29B2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002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1609B-8EF9-45A4-9B25-989D29D07C8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CF50C-D064-451C-BF2B-EADFF29B2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391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1609B-8EF9-45A4-9B25-989D29D07C8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CF50C-D064-451C-BF2B-EADFF29B2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863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1609B-8EF9-45A4-9B25-989D29D07C8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CF50C-D064-451C-BF2B-EADFF29B2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187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11609B-8EF9-45A4-9B25-989D29D07C8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ECF50C-D064-451C-BF2B-EADFF29B2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004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https://kimi-web-img.moonshot.cn/img/thumbs.dreamstime.com/122a35b50db05efd2388649c0c8b015646c2c162.jpg"/>
          <p:cNvPicPr>
            <a:picLocks noChangeAspect="1"/>
          </p:cNvPicPr>
          <p:nvPr/>
        </p:nvPicPr>
        <p:blipFill>
          <a:blip r:embed="rId2">
            <a:alphaModFix amt="20000"/>
          </a:blip>
          <a:srcRect t="10247" b="10247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5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332">
                  <a:alpha val="95000"/>
                </a:srgbClr>
              </a:gs>
              <a:gs pos="50000">
                <a:srgbClr val="1A2332">
                  <a:alpha val="90000"/>
                </a:srgbClr>
              </a:gs>
              <a:gs pos="100000">
                <a:srgbClr val="4A6C8C">
                  <a:alpha val="70000"/>
                </a:srgbClr>
              </a:gs>
            </a:gsLst>
            <a:lin ang="2700000" scaled="1"/>
          </a:gradFill>
        </p:spPr>
        <p:txBody>
          <a:bodyPr/>
          <a:lstStyle/>
          <a:p>
            <a:endParaRPr lang="en-US"/>
          </a:p>
        </p:txBody>
      </p:sp>
      <p:sp>
        <p:nvSpPr>
          <p:cNvPr id="6" name="Shape 1"/>
          <p:cNvSpPr/>
          <p:nvPr/>
        </p:nvSpPr>
        <p:spPr>
          <a:xfrm>
            <a:off x="384810" y="1282065"/>
            <a:ext cx="2226945" cy="388620"/>
          </a:xfrm>
          <a:custGeom>
            <a:avLst/>
            <a:gdLst/>
            <a:ahLst/>
            <a:cxnLst/>
            <a:rect l="l" t="t" r="r" b="b"/>
            <a:pathLst>
              <a:path w="2226945" h="388620">
                <a:moveTo>
                  <a:pt x="76201" y="0"/>
                </a:moveTo>
                <a:lnTo>
                  <a:pt x="2150744" y="0"/>
                </a:lnTo>
                <a:cubicBezTo>
                  <a:pt x="2192829" y="0"/>
                  <a:pt x="2226945" y="34116"/>
                  <a:pt x="2226945" y="76201"/>
                </a:cubicBezTo>
                <a:lnTo>
                  <a:pt x="2226945" y="312419"/>
                </a:lnTo>
                <a:cubicBezTo>
                  <a:pt x="2226945" y="354504"/>
                  <a:pt x="2192829" y="388620"/>
                  <a:pt x="2150744" y="388620"/>
                </a:cubicBezTo>
                <a:lnTo>
                  <a:pt x="76201" y="388620"/>
                </a:lnTo>
                <a:cubicBezTo>
                  <a:pt x="34116" y="388620"/>
                  <a:pt x="0" y="354504"/>
                  <a:pt x="0" y="3124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D4A24E">
              <a:alpha val="20000"/>
            </a:srgbClr>
          </a:solidFill>
          <a:ln w="10160">
            <a:solidFill>
              <a:srgbClr val="D4A24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2"/>
          <p:cNvSpPr/>
          <p:nvPr/>
        </p:nvSpPr>
        <p:spPr>
          <a:xfrm>
            <a:off x="541020" y="1392555"/>
            <a:ext cx="1994416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4E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FODS FINAL ASSESSMENT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381000" y="1979295"/>
            <a:ext cx="11772900" cy="1714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5400" b="1" kern="0" spc="-135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Student Profile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kern="0" spc="-135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Management System</a:t>
            </a: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>
            <a:off x="381000" y="3846195"/>
            <a:ext cx="1524000" cy="57150"/>
          </a:xfrm>
          <a:custGeom>
            <a:avLst/>
            <a:gdLst/>
            <a:ahLst/>
            <a:cxnLst/>
            <a:rect l="l" t="t" r="r" b="b"/>
            <a:pathLst>
              <a:path w="1524000" h="57150">
                <a:moveTo>
                  <a:pt x="0" y="0"/>
                </a:moveTo>
                <a:lnTo>
                  <a:pt x="1524000" y="0"/>
                </a:lnTo>
                <a:lnTo>
                  <a:pt x="1524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381000" y="4208145"/>
            <a:ext cx="11544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Fundamentals of Data Science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381000" y="4627126"/>
            <a:ext cx="11525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788A9C">
                    <a:alpha val="80000"/>
                  </a:srgbClr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Academic Year 2025/2026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381000" y="5791200"/>
            <a:ext cx="5553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050" kern="0" spc="53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Presenters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381000" y="6050280"/>
            <a:ext cx="3307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 err="1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Siddhant</a:t>
            </a: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 </a:t>
            </a:r>
            <a:r>
              <a:rPr lang="en-US" sz="1200" b="1" dirty="0" err="1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Sah</a:t>
            </a: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 | Yugant Adhikari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200" b="1" dirty="0" err="1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Sumnima</a:t>
            </a: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 </a:t>
            </a:r>
            <a:r>
              <a:rPr lang="en-US" sz="1200" b="1" dirty="0" err="1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Dhungana</a:t>
            </a: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 | Shreya </a:t>
            </a:r>
            <a:r>
              <a:rPr lang="en-US" sz="1200" b="1" dirty="0" err="1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Bista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324600" y="5791200"/>
            <a:ext cx="5553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78820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 0"/>
          <p:cNvSpPr/>
          <p:nvPr/>
        </p:nvSpPr>
        <p:spPr>
          <a:xfrm>
            <a:off x="261993" y="187781"/>
            <a:ext cx="11518305" cy="224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180" b="1" kern="0" spc="59" dirty="0">
                <a:solidFill>
                  <a:srgbClr val="D4A24E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Navigation</a:t>
            </a:r>
            <a:endParaRPr lang="en-US" sz="1600" dirty="0"/>
          </a:p>
        </p:txBody>
      </p:sp>
      <p:sp>
        <p:nvSpPr>
          <p:cNvPr id="113" name="Text 1"/>
          <p:cNvSpPr/>
          <p:nvPr/>
        </p:nvSpPr>
        <p:spPr>
          <a:xfrm>
            <a:off x="261993" y="487201"/>
            <a:ext cx="11668015" cy="4491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3535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Table of Contents</a:t>
            </a:r>
            <a:endParaRPr lang="en-US" sz="1600" dirty="0"/>
          </a:p>
        </p:txBody>
      </p:sp>
      <p:sp>
        <p:nvSpPr>
          <p:cNvPr id="114" name="Shape 2"/>
          <p:cNvSpPr/>
          <p:nvPr/>
        </p:nvSpPr>
        <p:spPr>
          <a:xfrm>
            <a:off x="261993" y="1048613"/>
            <a:ext cx="1047969" cy="37427"/>
          </a:xfrm>
          <a:custGeom>
            <a:avLst/>
            <a:gdLst/>
            <a:ahLst/>
            <a:cxnLst/>
            <a:rect l="l" t="t" r="r" b="b"/>
            <a:pathLst>
              <a:path w="1047969" h="37427">
                <a:moveTo>
                  <a:pt x="0" y="0"/>
                </a:moveTo>
                <a:lnTo>
                  <a:pt x="1047969" y="0"/>
                </a:lnTo>
                <a:lnTo>
                  <a:pt x="1047969" y="37427"/>
                </a:lnTo>
                <a:lnTo>
                  <a:pt x="0" y="37427"/>
                </a:lnTo>
                <a:lnTo>
                  <a:pt x="0" y="0"/>
                </a:ln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115" name="Shape 3"/>
          <p:cNvSpPr/>
          <p:nvPr/>
        </p:nvSpPr>
        <p:spPr>
          <a:xfrm>
            <a:off x="280706" y="1310605"/>
            <a:ext cx="5557980" cy="1141538"/>
          </a:xfrm>
          <a:custGeom>
            <a:avLst/>
            <a:gdLst/>
            <a:ahLst/>
            <a:cxnLst/>
            <a:rect l="l" t="t" r="r" b="b"/>
            <a:pathLst>
              <a:path w="5557980" h="1141538">
                <a:moveTo>
                  <a:pt x="37427" y="0"/>
                </a:moveTo>
                <a:lnTo>
                  <a:pt x="5483129" y="0"/>
                </a:lnTo>
                <a:cubicBezTo>
                  <a:pt x="5524468" y="0"/>
                  <a:pt x="5557980" y="33512"/>
                  <a:pt x="5557980" y="74851"/>
                </a:cubicBezTo>
                <a:lnTo>
                  <a:pt x="5557980" y="1066687"/>
                </a:lnTo>
                <a:cubicBezTo>
                  <a:pt x="5557980" y="1108026"/>
                  <a:pt x="5524468" y="1141538"/>
                  <a:pt x="5483129" y="1141538"/>
                </a:cubicBezTo>
                <a:lnTo>
                  <a:pt x="37427" y="1141538"/>
                </a:lnTo>
                <a:cubicBezTo>
                  <a:pt x="16771" y="1141538"/>
                  <a:pt x="0" y="1124767"/>
                  <a:pt x="0" y="1104111"/>
                </a:cubicBezTo>
                <a:lnTo>
                  <a:pt x="0" y="37427"/>
                </a:lnTo>
                <a:cubicBezTo>
                  <a:pt x="0" y="16771"/>
                  <a:pt x="16771" y="0"/>
                  <a:pt x="37427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16" name="Shape 4"/>
          <p:cNvSpPr/>
          <p:nvPr/>
        </p:nvSpPr>
        <p:spPr>
          <a:xfrm>
            <a:off x="280706" y="1310605"/>
            <a:ext cx="37427" cy="1141538"/>
          </a:xfrm>
          <a:custGeom>
            <a:avLst/>
            <a:gdLst/>
            <a:ahLst/>
            <a:cxnLst/>
            <a:rect l="l" t="t" r="r" b="b"/>
            <a:pathLst>
              <a:path w="37427" h="1141538">
                <a:moveTo>
                  <a:pt x="37427" y="0"/>
                </a:moveTo>
                <a:lnTo>
                  <a:pt x="37427" y="0"/>
                </a:lnTo>
                <a:lnTo>
                  <a:pt x="37427" y="1141538"/>
                </a:lnTo>
                <a:lnTo>
                  <a:pt x="37427" y="1141538"/>
                </a:lnTo>
                <a:cubicBezTo>
                  <a:pt x="16771" y="1141538"/>
                  <a:pt x="0" y="1124767"/>
                  <a:pt x="0" y="1104111"/>
                </a:cubicBezTo>
                <a:lnTo>
                  <a:pt x="0" y="37427"/>
                </a:lnTo>
                <a:cubicBezTo>
                  <a:pt x="0" y="16771"/>
                  <a:pt x="16771" y="0"/>
                  <a:pt x="37427" y="0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117" name="Shape 5"/>
          <p:cNvSpPr/>
          <p:nvPr/>
        </p:nvSpPr>
        <p:spPr>
          <a:xfrm>
            <a:off x="486558" y="1497742"/>
            <a:ext cx="449130" cy="449130"/>
          </a:xfrm>
          <a:custGeom>
            <a:avLst/>
            <a:gdLst/>
            <a:ahLst/>
            <a:cxnLst/>
            <a:rect l="l" t="t" r="r" b="b"/>
            <a:pathLst>
              <a:path w="449130" h="449130">
                <a:moveTo>
                  <a:pt x="224565" y="0"/>
                </a:moveTo>
                <a:lnTo>
                  <a:pt x="224565" y="0"/>
                </a:lnTo>
                <a:cubicBezTo>
                  <a:pt x="348506" y="0"/>
                  <a:pt x="449130" y="100624"/>
                  <a:pt x="449130" y="224565"/>
                </a:cubicBezTo>
                <a:lnTo>
                  <a:pt x="449130" y="224565"/>
                </a:lnTo>
                <a:cubicBezTo>
                  <a:pt x="449130" y="348506"/>
                  <a:pt x="348506" y="449130"/>
                  <a:pt x="224565" y="449130"/>
                </a:cubicBezTo>
                <a:lnTo>
                  <a:pt x="224565" y="449130"/>
                </a:lnTo>
                <a:cubicBezTo>
                  <a:pt x="100624" y="449130"/>
                  <a:pt x="0" y="348506"/>
                  <a:pt x="0" y="224565"/>
                </a:cubicBezTo>
                <a:lnTo>
                  <a:pt x="0" y="224565"/>
                </a:lnTo>
                <a:cubicBezTo>
                  <a:pt x="0" y="100624"/>
                  <a:pt x="100624" y="0"/>
                  <a:pt x="224565" y="0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118" name="Text 6"/>
          <p:cNvSpPr/>
          <p:nvPr/>
        </p:nvSpPr>
        <p:spPr>
          <a:xfrm>
            <a:off x="439773" y="1497742"/>
            <a:ext cx="542698" cy="4491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sz="1475" b="1" dirty="0">
                <a:solidFill>
                  <a:srgbClr val="1A2332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01</a:t>
            </a:r>
            <a:endParaRPr lang="en-US" sz="1600" dirty="0"/>
          </a:p>
        </p:txBody>
      </p:sp>
      <p:sp>
        <p:nvSpPr>
          <p:cNvPr id="119" name="Text 7"/>
          <p:cNvSpPr/>
          <p:nvPr/>
        </p:nvSpPr>
        <p:spPr>
          <a:xfrm>
            <a:off x="1085397" y="1591311"/>
            <a:ext cx="2582496" cy="2619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475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Project Overview &amp; Objectives</a:t>
            </a:r>
            <a:endParaRPr lang="en-US" sz="1600" dirty="0"/>
          </a:p>
        </p:txBody>
      </p:sp>
      <p:sp>
        <p:nvSpPr>
          <p:cNvPr id="120" name="Text 8"/>
          <p:cNvSpPr/>
          <p:nvPr/>
        </p:nvSpPr>
        <p:spPr>
          <a:xfrm>
            <a:off x="486558" y="2021727"/>
            <a:ext cx="5239847" cy="2432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0000"/>
              </a:lnSpc>
            </a:pPr>
            <a:r>
              <a:rPr lang="en-US" sz="118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System purpose, data storage, and technical implementation approach</a:t>
            </a:r>
            <a:endParaRPr lang="en-US" sz="1600" dirty="0"/>
          </a:p>
        </p:txBody>
      </p:sp>
      <p:sp>
        <p:nvSpPr>
          <p:cNvPr id="121" name="Shape 9"/>
          <p:cNvSpPr/>
          <p:nvPr/>
        </p:nvSpPr>
        <p:spPr>
          <a:xfrm>
            <a:off x="6152609" y="1310605"/>
            <a:ext cx="5557980" cy="1141538"/>
          </a:xfrm>
          <a:custGeom>
            <a:avLst/>
            <a:gdLst/>
            <a:ahLst/>
            <a:cxnLst/>
            <a:rect l="l" t="t" r="r" b="b"/>
            <a:pathLst>
              <a:path w="5557980" h="1141538">
                <a:moveTo>
                  <a:pt x="37427" y="0"/>
                </a:moveTo>
                <a:lnTo>
                  <a:pt x="5483129" y="0"/>
                </a:lnTo>
                <a:cubicBezTo>
                  <a:pt x="5524468" y="0"/>
                  <a:pt x="5557980" y="33512"/>
                  <a:pt x="5557980" y="74851"/>
                </a:cubicBezTo>
                <a:lnTo>
                  <a:pt x="5557980" y="1066687"/>
                </a:lnTo>
                <a:cubicBezTo>
                  <a:pt x="5557980" y="1108026"/>
                  <a:pt x="5524468" y="1141538"/>
                  <a:pt x="5483129" y="1141538"/>
                </a:cubicBezTo>
                <a:lnTo>
                  <a:pt x="37427" y="1141538"/>
                </a:lnTo>
                <a:cubicBezTo>
                  <a:pt x="16771" y="1141538"/>
                  <a:pt x="0" y="1124767"/>
                  <a:pt x="0" y="1104111"/>
                </a:cubicBezTo>
                <a:lnTo>
                  <a:pt x="0" y="37427"/>
                </a:lnTo>
                <a:cubicBezTo>
                  <a:pt x="0" y="16771"/>
                  <a:pt x="16771" y="0"/>
                  <a:pt x="37427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22" name="Shape 10"/>
          <p:cNvSpPr/>
          <p:nvPr/>
        </p:nvSpPr>
        <p:spPr>
          <a:xfrm>
            <a:off x="6152609" y="1310605"/>
            <a:ext cx="37427" cy="1141538"/>
          </a:xfrm>
          <a:custGeom>
            <a:avLst/>
            <a:gdLst/>
            <a:ahLst/>
            <a:cxnLst/>
            <a:rect l="l" t="t" r="r" b="b"/>
            <a:pathLst>
              <a:path w="37427" h="1141538">
                <a:moveTo>
                  <a:pt x="37427" y="0"/>
                </a:moveTo>
                <a:lnTo>
                  <a:pt x="37427" y="0"/>
                </a:lnTo>
                <a:lnTo>
                  <a:pt x="37427" y="1141538"/>
                </a:lnTo>
                <a:lnTo>
                  <a:pt x="37427" y="1141538"/>
                </a:lnTo>
                <a:cubicBezTo>
                  <a:pt x="16771" y="1141538"/>
                  <a:pt x="0" y="1124767"/>
                  <a:pt x="0" y="1104111"/>
                </a:cubicBezTo>
                <a:lnTo>
                  <a:pt x="0" y="37427"/>
                </a:lnTo>
                <a:cubicBezTo>
                  <a:pt x="0" y="16771"/>
                  <a:pt x="16771" y="0"/>
                  <a:pt x="37427" y="0"/>
                </a:cubicBez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US"/>
          </a:p>
        </p:txBody>
      </p:sp>
      <p:sp>
        <p:nvSpPr>
          <p:cNvPr id="123" name="Shape 11"/>
          <p:cNvSpPr/>
          <p:nvPr/>
        </p:nvSpPr>
        <p:spPr>
          <a:xfrm>
            <a:off x="6358460" y="1497742"/>
            <a:ext cx="449130" cy="449130"/>
          </a:xfrm>
          <a:custGeom>
            <a:avLst/>
            <a:gdLst/>
            <a:ahLst/>
            <a:cxnLst/>
            <a:rect l="l" t="t" r="r" b="b"/>
            <a:pathLst>
              <a:path w="449130" h="449130">
                <a:moveTo>
                  <a:pt x="224565" y="0"/>
                </a:moveTo>
                <a:lnTo>
                  <a:pt x="224565" y="0"/>
                </a:lnTo>
                <a:cubicBezTo>
                  <a:pt x="348506" y="0"/>
                  <a:pt x="449130" y="100624"/>
                  <a:pt x="449130" y="224565"/>
                </a:cubicBezTo>
                <a:lnTo>
                  <a:pt x="449130" y="224565"/>
                </a:lnTo>
                <a:cubicBezTo>
                  <a:pt x="449130" y="348506"/>
                  <a:pt x="348506" y="449130"/>
                  <a:pt x="224565" y="449130"/>
                </a:cubicBezTo>
                <a:lnTo>
                  <a:pt x="224565" y="449130"/>
                </a:lnTo>
                <a:cubicBezTo>
                  <a:pt x="100624" y="449130"/>
                  <a:pt x="0" y="348506"/>
                  <a:pt x="0" y="224565"/>
                </a:cubicBezTo>
                <a:lnTo>
                  <a:pt x="0" y="224565"/>
                </a:lnTo>
                <a:cubicBezTo>
                  <a:pt x="0" y="100624"/>
                  <a:pt x="100624" y="0"/>
                  <a:pt x="224565" y="0"/>
                </a:cubicBez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US"/>
          </a:p>
        </p:txBody>
      </p:sp>
      <p:sp>
        <p:nvSpPr>
          <p:cNvPr id="124" name="Text 12"/>
          <p:cNvSpPr/>
          <p:nvPr/>
        </p:nvSpPr>
        <p:spPr>
          <a:xfrm>
            <a:off x="6311676" y="1497742"/>
            <a:ext cx="542698" cy="4491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sz="1475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02</a:t>
            </a:r>
            <a:endParaRPr lang="en-US" sz="1600" dirty="0"/>
          </a:p>
        </p:txBody>
      </p:sp>
      <p:sp>
        <p:nvSpPr>
          <p:cNvPr id="125" name="Text 13"/>
          <p:cNvSpPr/>
          <p:nvPr/>
        </p:nvSpPr>
        <p:spPr>
          <a:xfrm>
            <a:off x="6957300" y="1591311"/>
            <a:ext cx="3003555" cy="2619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475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System Architecture &amp; OOP Design</a:t>
            </a:r>
            <a:endParaRPr lang="en-US" sz="1600" dirty="0"/>
          </a:p>
        </p:txBody>
      </p:sp>
      <p:sp>
        <p:nvSpPr>
          <p:cNvPr id="126" name="Text 14"/>
          <p:cNvSpPr/>
          <p:nvPr/>
        </p:nvSpPr>
        <p:spPr>
          <a:xfrm>
            <a:off x="6358460" y="2021727"/>
            <a:ext cx="5239847" cy="2432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0000"/>
              </a:lnSpc>
            </a:pPr>
            <a:r>
              <a:rPr lang="en-US" sz="118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Class hierarchy, inheritance, encapsulation, and polymorphism</a:t>
            </a:r>
            <a:endParaRPr lang="en-US" sz="1600" dirty="0"/>
          </a:p>
        </p:txBody>
      </p:sp>
      <p:sp>
        <p:nvSpPr>
          <p:cNvPr id="127" name="Shape 15"/>
          <p:cNvSpPr/>
          <p:nvPr/>
        </p:nvSpPr>
        <p:spPr>
          <a:xfrm>
            <a:off x="280706" y="2601853"/>
            <a:ext cx="5557980" cy="1141538"/>
          </a:xfrm>
          <a:custGeom>
            <a:avLst/>
            <a:gdLst/>
            <a:ahLst/>
            <a:cxnLst/>
            <a:rect l="l" t="t" r="r" b="b"/>
            <a:pathLst>
              <a:path w="5557980" h="1141538">
                <a:moveTo>
                  <a:pt x="37427" y="0"/>
                </a:moveTo>
                <a:lnTo>
                  <a:pt x="5483129" y="0"/>
                </a:lnTo>
                <a:cubicBezTo>
                  <a:pt x="5524468" y="0"/>
                  <a:pt x="5557980" y="33512"/>
                  <a:pt x="5557980" y="74851"/>
                </a:cubicBezTo>
                <a:lnTo>
                  <a:pt x="5557980" y="1066687"/>
                </a:lnTo>
                <a:cubicBezTo>
                  <a:pt x="5557980" y="1108026"/>
                  <a:pt x="5524468" y="1141538"/>
                  <a:pt x="5483129" y="1141538"/>
                </a:cubicBezTo>
                <a:lnTo>
                  <a:pt x="37427" y="1141538"/>
                </a:lnTo>
                <a:cubicBezTo>
                  <a:pt x="16771" y="1141538"/>
                  <a:pt x="0" y="1124767"/>
                  <a:pt x="0" y="1104111"/>
                </a:cubicBezTo>
                <a:lnTo>
                  <a:pt x="0" y="37427"/>
                </a:lnTo>
                <a:cubicBezTo>
                  <a:pt x="0" y="16771"/>
                  <a:pt x="16771" y="0"/>
                  <a:pt x="37427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28" name="Shape 16"/>
          <p:cNvSpPr/>
          <p:nvPr/>
        </p:nvSpPr>
        <p:spPr>
          <a:xfrm>
            <a:off x="280706" y="2601853"/>
            <a:ext cx="37427" cy="1141538"/>
          </a:xfrm>
          <a:custGeom>
            <a:avLst/>
            <a:gdLst/>
            <a:ahLst/>
            <a:cxnLst/>
            <a:rect l="l" t="t" r="r" b="b"/>
            <a:pathLst>
              <a:path w="37427" h="1141538">
                <a:moveTo>
                  <a:pt x="37427" y="0"/>
                </a:moveTo>
                <a:lnTo>
                  <a:pt x="37427" y="0"/>
                </a:lnTo>
                <a:lnTo>
                  <a:pt x="37427" y="1141538"/>
                </a:lnTo>
                <a:lnTo>
                  <a:pt x="37427" y="1141538"/>
                </a:lnTo>
                <a:cubicBezTo>
                  <a:pt x="16771" y="1141538"/>
                  <a:pt x="0" y="1124767"/>
                  <a:pt x="0" y="1104111"/>
                </a:cubicBezTo>
                <a:lnTo>
                  <a:pt x="0" y="37427"/>
                </a:lnTo>
                <a:cubicBezTo>
                  <a:pt x="0" y="16771"/>
                  <a:pt x="16771" y="0"/>
                  <a:pt x="37427" y="0"/>
                </a:cubicBezTo>
                <a:close/>
              </a:path>
            </a:pathLst>
          </a:custGeom>
          <a:solidFill>
            <a:srgbClr val="788A9C"/>
          </a:solidFill>
        </p:spPr>
        <p:txBody>
          <a:bodyPr/>
          <a:lstStyle/>
          <a:p>
            <a:endParaRPr lang="en-US"/>
          </a:p>
        </p:txBody>
      </p:sp>
      <p:sp>
        <p:nvSpPr>
          <p:cNvPr id="129" name="Shape 17"/>
          <p:cNvSpPr/>
          <p:nvPr/>
        </p:nvSpPr>
        <p:spPr>
          <a:xfrm>
            <a:off x="486558" y="2788990"/>
            <a:ext cx="449130" cy="449130"/>
          </a:xfrm>
          <a:custGeom>
            <a:avLst/>
            <a:gdLst/>
            <a:ahLst/>
            <a:cxnLst/>
            <a:rect l="l" t="t" r="r" b="b"/>
            <a:pathLst>
              <a:path w="449130" h="449130">
                <a:moveTo>
                  <a:pt x="224565" y="0"/>
                </a:moveTo>
                <a:lnTo>
                  <a:pt x="224565" y="0"/>
                </a:lnTo>
                <a:cubicBezTo>
                  <a:pt x="348506" y="0"/>
                  <a:pt x="449130" y="100624"/>
                  <a:pt x="449130" y="224565"/>
                </a:cubicBezTo>
                <a:lnTo>
                  <a:pt x="449130" y="224565"/>
                </a:lnTo>
                <a:cubicBezTo>
                  <a:pt x="449130" y="348506"/>
                  <a:pt x="348506" y="449130"/>
                  <a:pt x="224565" y="449130"/>
                </a:cubicBezTo>
                <a:lnTo>
                  <a:pt x="224565" y="449130"/>
                </a:lnTo>
                <a:cubicBezTo>
                  <a:pt x="100624" y="449130"/>
                  <a:pt x="0" y="348506"/>
                  <a:pt x="0" y="224565"/>
                </a:cubicBezTo>
                <a:lnTo>
                  <a:pt x="0" y="224565"/>
                </a:lnTo>
                <a:cubicBezTo>
                  <a:pt x="0" y="100624"/>
                  <a:pt x="100624" y="0"/>
                  <a:pt x="224565" y="0"/>
                </a:cubicBezTo>
                <a:close/>
              </a:path>
            </a:pathLst>
          </a:custGeom>
          <a:solidFill>
            <a:srgbClr val="788A9C"/>
          </a:solidFill>
        </p:spPr>
        <p:txBody>
          <a:bodyPr/>
          <a:lstStyle/>
          <a:p>
            <a:endParaRPr lang="en-US"/>
          </a:p>
        </p:txBody>
      </p:sp>
      <p:sp>
        <p:nvSpPr>
          <p:cNvPr id="130" name="Text 18"/>
          <p:cNvSpPr/>
          <p:nvPr/>
        </p:nvSpPr>
        <p:spPr>
          <a:xfrm>
            <a:off x="439773" y="2788990"/>
            <a:ext cx="542698" cy="4491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sz="1475" b="1" dirty="0">
                <a:solidFill>
                  <a:srgbClr val="1A2332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03</a:t>
            </a:r>
            <a:endParaRPr lang="en-US" sz="1600" dirty="0"/>
          </a:p>
        </p:txBody>
      </p:sp>
      <p:sp>
        <p:nvSpPr>
          <p:cNvPr id="131" name="Text 19"/>
          <p:cNvSpPr/>
          <p:nvPr/>
        </p:nvSpPr>
        <p:spPr>
          <a:xfrm>
            <a:off x="1085397" y="2882559"/>
            <a:ext cx="3387186" cy="2619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475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Core Features - Admin &amp; Student Roles</a:t>
            </a:r>
            <a:endParaRPr lang="en-US" sz="1600" dirty="0"/>
          </a:p>
        </p:txBody>
      </p:sp>
      <p:sp>
        <p:nvSpPr>
          <p:cNvPr id="132" name="Text 20"/>
          <p:cNvSpPr/>
          <p:nvPr/>
        </p:nvSpPr>
        <p:spPr>
          <a:xfrm>
            <a:off x="486558" y="3312975"/>
            <a:ext cx="5239847" cy="2432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0000"/>
              </a:lnSpc>
            </a:pPr>
            <a:r>
              <a:rPr lang="en-US" sz="118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Login system, CRUD operations, and role-based functionality</a:t>
            </a:r>
            <a:endParaRPr lang="en-US" sz="1600" dirty="0"/>
          </a:p>
        </p:txBody>
      </p:sp>
      <p:sp>
        <p:nvSpPr>
          <p:cNvPr id="133" name="Shape 21"/>
          <p:cNvSpPr/>
          <p:nvPr/>
        </p:nvSpPr>
        <p:spPr>
          <a:xfrm>
            <a:off x="6152609" y="2601853"/>
            <a:ext cx="5557980" cy="1141538"/>
          </a:xfrm>
          <a:custGeom>
            <a:avLst/>
            <a:gdLst/>
            <a:ahLst/>
            <a:cxnLst/>
            <a:rect l="l" t="t" r="r" b="b"/>
            <a:pathLst>
              <a:path w="5557980" h="1141538">
                <a:moveTo>
                  <a:pt x="37427" y="0"/>
                </a:moveTo>
                <a:lnTo>
                  <a:pt x="5483129" y="0"/>
                </a:lnTo>
                <a:cubicBezTo>
                  <a:pt x="5524468" y="0"/>
                  <a:pt x="5557980" y="33512"/>
                  <a:pt x="5557980" y="74851"/>
                </a:cubicBezTo>
                <a:lnTo>
                  <a:pt x="5557980" y="1066687"/>
                </a:lnTo>
                <a:cubicBezTo>
                  <a:pt x="5557980" y="1108026"/>
                  <a:pt x="5524468" y="1141538"/>
                  <a:pt x="5483129" y="1141538"/>
                </a:cubicBezTo>
                <a:lnTo>
                  <a:pt x="37427" y="1141538"/>
                </a:lnTo>
                <a:cubicBezTo>
                  <a:pt x="16771" y="1141538"/>
                  <a:pt x="0" y="1124767"/>
                  <a:pt x="0" y="1104111"/>
                </a:cubicBezTo>
                <a:lnTo>
                  <a:pt x="0" y="37427"/>
                </a:lnTo>
                <a:cubicBezTo>
                  <a:pt x="0" y="16771"/>
                  <a:pt x="16771" y="0"/>
                  <a:pt x="37427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34" name="Shape 22"/>
          <p:cNvSpPr/>
          <p:nvPr/>
        </p:nvSpPr>
        <p:spPr>
          <a:xfrm>
            <a:off x="6152609" y="2601853"/>
            <a:ext cx="37427" cy="1141538"/>
          </a:xfrm>
          <a:custGeom>
            <a:avLst/>
            <a:gdLst/>
            <a:ahLst/>
            <a:cxnLst/>
            <a:rect l="l" t="t" r="r" b="b"/>
            <a:pathLst>
              <a:path w="37427" h="1141538">
                <a:moveTo>
                  <a:pt x="37427" y="0"/>
                </a:moveTo>
                <a:lnTo>
                  <a:pt x="37427" y="0"/>
                </a:lnTo>
                <a:lnTo>
                  <a:pt x="37427" y="1141538"/>
                </a:lnTo>
                <a:lnTo>
                  <a:pt x="37427" y="1141538"/>
                </a:lnTo>
                <a:cubicBezTo>
                  <a:pt x="16771" y="1141538"/>
                  <a:pt x="0" y="1124767"/>
                  <a:pt x="0" y="1104111"/>
                </a:cubicBezTo>
                <a:lnTo>
                  <a:pt x="0" y="37427"/>
                </a:lnTo>
                <a:cubicBezTo>
                  <a:pt x="0" y="16771"/>
                  <a:pt x="16771" y="0"/>
                  <a:pt x="37427" y="0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135" name="Shape 23"/>
          <p:cNvSpPr/>
          <p:nvPr/>
        </p:nvSpPr>
        <p:spPr>
          <a:xfrm>
            <a:off x="6358460" y="2788990"/>
            <a:ext cx="449130" cy="449130"/>
          </a:xfrm>
          <a:custGeom>
            <a:avLst/>
            <a:gdLst/>
            <a:ahLst/>
            <a:cxnLst/>
            <a:rect l="l" t="t" r="r" b="b"/>
            <a:pathLst>
              <a:path w="449130" h="449130">
                <a:moveTo>
                  <a:pt x="224565" y="0"/>
                </a:moveTo>
                <a:lnTo>
                  <a:pt x="224565" y="0"/>
                </a:lnTo>
                <a:cubicBezTo>
                  <a:pt x="348506" y="0"/>
                  <a:pt x="449130" y="100624"/>
                  <a:pt x="449130" y="224565"/>
                </a:cubicBezTo>
                <a:lnTo>
                  <a:pt x="449130" y="224565"/>
                </a:lnTo>
                <a:cubicBezTo>
                  <a:pt x="449130" y="348506"/>
                  <a:pt x="348506" y="449130"/>
                  <a:pt x="224565" y="449130"/>
                </a:cubicBezTo>
                <a:lnTo>
                  <a:pt x="224565" y="449130"/>
                </a:lnTo>
                <a:cubicBezTo>
                  <a:pt x="100624" y="449130"/>
                  <a:pt x="0" y="348506"/>
                  <a:pt x="0" y="224565"/>
                </a:cubicBezTo>
                <a:lnTo>
                  <a:pt x="0" y="224565"/>
                </a:lnTo>
                <a:cubicBezTo>
                  <a:pt x="0" y="100624"/>
                  <a:pt x="100624" y="0"/>
                  <a:pt x="224565" y="0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136" name="Text 24"/>
          <p:cNvSpPr/>
          <p:nvPr/>
        </p:nvSpPr>
        <p:spPr>
          <a:xfrm>
            <a:off x="6311676" y="2788990"/>
            <a:ext cx="542698" cy="4491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sz="1475" b="1" dirty="0">
                <a:solidFill>
                  <a:srgbClr val="1A2332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04</a:t>
            </a:r>
            <a:endParaRPr lang="en-US" sz="1600" dirty="0"/>
          </a:p>
        </p:txBody>
      </p:sp>
      <p:sp>
        <p:nvSpPr>
          <p:cNvPr id="137" name="Text 25"/>
          <p:cNvSpPr/>
          <p:nvPr/>
        </p:nvSpPr>
        <p:spPr>
          <a:xfrm>
            <a:off x="6957300" y="2882559"/>
            <a:ext cx="2900629" cy="2619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475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Performance Analytics Dashboard</a:t>
            </a:r>
            <a:endParaRPr lang="en-US" sz="1600" dirty="0"/>
          </a:p>
        </p:txBody>
      </p:sp>
      <p:sp>
        <p:nvSpPr>
          <p:cNvPr id="138" name="Text 26"/>
          <p:cNvSpPr/>
          <p:nvPr/>
        </p:nvSpPr>
        <p:spPr>
          <a:xfrm>
            <a:off x="6358460" y="3312975"/>
            <a:ext cx="5239847" cy="2432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0000"/>
              </a:lnSpc>
            </a:pPr>
            <a:r>
              <a:rPr lang="en-US" sz="118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Grade trends, ECA impact analysis, and performance alerts</a:t>
            </a:r>
            <a:endParaRPr lang="en-US" sz="1600" dirty="0"/>
          </a:p>
        </p:txBody>
      </p:sp>
      <p:sp>
        <p:nvSpPr>
          <p:cNvPr id="139" name="Shape 27"/>
          <p:cNvSpPr/>
          <p:nvPr/>
        </p:nvSpPr>
        <p:spPr>
          <a:xfrm>
            <a:off x="280706" y="3893101"/>
            <a:ext cx="5557980" cy="1141538"/>
          </a:xfrm>
          <a:custGeom>
            <a:avLst/>
            <a:gdLst/>
            <a:ahLst/>
            <a:cxnLst/>
            <a:rect l="l" t="t" r="r" b="b"/>
            <a:pathLst>
              <a:path w="5557980" h="1141538">
                <a:moveTo>
                  <a:pt x="37427" y="0"/>
                </a:moveTo>
                <a:lnTo>
                  <a:pt x="5483129" y="0"/>
                </a:lnTo>
                <a:cubicBezTo>
                  <a:pt x="5524468" y="0"/>
                  <a:pt x="5557980" y="33512"/>
                  <a:pt x="5557980" y="74851"/>
                </a:cubicBezTo>
                <a:lnTo>
                  <a:pt x="5557980" y="1066687"/>
                </a:lnTo>
                <a:cubicBezTo>
                  <a:pt x="5557980" y="1108026"/>
                  <a:pt x="5524468" y="1141538"/>
                  <a:pt x="5483129" y="1141538"/>
                </a:cubicBezTo>
                <a:lnTo>
                  <a:pt x="37427" y="1141538"/>
                </a:lnTo>
                <a:cubicBezTo>
                  <a:pt x="16771" y="1141538"/>
                  <a:pt x="0" y="1124767"/>
                  <a:pt x="0" y="1104111"/>
                </a:cubicBezTo>
                <a:lnTo>
                  <a:pt x="0" y="37427"/>
                </a:lnTo>
                <a:cubicBezTo>
                  <a:pt x="0" y="16771"/>
                  <a:pt x="16771" y="0"/>
                  <a:pt x="37427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40" name="Shape 28"/>
          <p:cNvSpPr/>
          <p:nvPr/>
        </p:nvSpPr>
        <p:spPr>
          <a:xfrm>
            <a:off x="280706" y="3893101"/>
            <a:ext cx="37427" cy="1141538"/>
          </a:xfrm>
          <a:custGeom>
            <a:avLst/>
            <a:gdLst/>
            <a:ahLst/>
            <a:cxnLst/>
            <a:rect l="l" t="t" r="r" b="b"/>
            <a:pathLst>
              <a:path w="37427" h="1141538">
                <a:moveTo>
                  <a:pt x="37427" y="0"/>
                </a:moveTo>
                <a:lnTo>
                  <a:pt x="37427" y="0"/>
                </a:lnTo>
                <a:lnTo>
                  <a:pt x="37427" y="1141538"/>
                </a:lnTo>
                <a:lnTo>
                  <a:pt x="37427" y="1141538"/>
                </a:lnTo>
                <a:cubicBezTo>
                  <a:pt x="16771" y="1141538"/>
                  <a:pt x="0" y="1124767"/>
                  <a:pt x="0" y="1104111"/>
                </a:cubicBezTo>
                <a:lnTo>
                  <a:pt x="0" y="37427"/>
                </a:lnTo>
                <a:cubicBezTo>
                  <a:pt x="0" y="16771"/>
                  <a:pt x="16771" y="0"/>
                  <a:pt x="37427" y="0"/>
                </a:cubicBez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US"/>
          </a:p>
        </p:txBody>
      </p:sp>
      <p:sp>
        <p:nvSpPr>
          <p:cNvPr id="141" name="Shape 29"/>
          <p:cNvSpPr/>
          <p:nvPr/>
        </p:nvSpPr>
        <p:spPr>
          <a:xfrm>
            <a:off x="486558" y="4080238"/>
            <a:ext cx="449130" cy="449130"/>
          </a:xfrm>
          <a:custGeom>
            <a:avLst/>
            <a:gdLst/>
            <a:ahLst/>
            <a:cxnLst/>
            <a:rect l="l" t="t" r="r" b="b"/>
            <a:pathLst>
              <a:path w="449130" h="449130">
                <a:moveTo>
                  <a:pt x="224565" y="0"/>
                </a:moveTo>
                <a:lnTo>
                  <a:pt x="224565" y="0"/>
                </a:lnTo>
                <a:cubicBezTo>
                  <a:pt x="348506" y="0"/>
                  <a:pt x="449130" y="100624"/>
                  <a:pt x="449130" y="224565"/>
                </a:cubicBezTo>
                <a:lnTo>
                  <a:pt x="449130" y="224565"/>
                </a:lnTo>
                <a:cubicBezTo>
                  <a:pt x="449130" y="348506"/>
                  <a:pt x="348506" y="449130"/>
                  <a:pt x="224565" y="449130"/>
                </a:cubicBezTo>
                <a:lnTo>
                  <a:pt x="224565" y="449130"/>
                </a:lnTo>
                <a:cubicBezTo>
                  <a:pt x="100624" y="449130"/>
                  <a:pt x="0" y="348506"/>
                  <a:pt x="0" y="224565"/>
                </a:cubicBezTo>
                <a:lnTo>
                  <a:pt x="0" y="224565"/>
                </a:lnTo>
                <a:cubicBezTo>
                  <a:pt x="0" y="100624"/>
                  <a:pt x="100624" y="0"/>
                  <a:pt x="224565" y="0"/>
                </a:cubicBez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US"/>
          </a:p>
        </p:txBody>
      </p:sp>
      <p:sp>
        <p:nvSpPr>
          <p:cNvPr id="142" name="Text 30"/>
          <p:cNvSpPr/>
          <p:nvPr/>
        </p:nvSpPr>
        <p:spPr>
          <a:xfrm>
            <a:off x="439773" y="4080238"/>
            <a:ext cx="542698" cy="4491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sz="1475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05</a:t>
            </a:r>
            <a:endParaRPr lang="en-US" sz="1600" dirty="0"/>
          </a:p>
        </p:txBody>
      </p:sp>
      <p:sp>
        <p:nvSpPr>
          <p:cNvPr id="143" name="Text 31"/>
          <p:cNvSpPr/>
          <p:nvPr/>
        </p:nvSpPr>
        <p:spPr>
          <a:xfrm>
            <a:off x="1085397" y="4173807"/>
            <a:ext cx="1656166" cy="2619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475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Data </a:t>
            </a:r>
            <a:r>
              <a:rPr lang="en-US" sz="1475" b="1" dirty="0" err="1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Visualisations</a:t>
            </a:r>
            <a:endParaRPr lang="en-US" sz="1600" dirty="0"/>
          </a:p>
        </p:txBody>
      </p:sp>
      <p:sp>
        <p:nvSpPr>
          <p:cNvPr id="144" name="Text 32"/>
          <p:cNvSpPr/>
          <p:nvPr/>
        </p:nvSpPr>
        <p:spPr>
          <a:xfrm>
            <a:off x="486558" y="4604223"/>
            <a:ext cx="5239847" cy="2432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0000"/>
              </a:lnSpc>
            </a:pPr>
            <a:r>
              <a:rPr lang="en-US" sz="118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Five chart types built with matplotlib and numpy</a:t>
            </a:r>
            <a:endParaRPr lang="en-US" sz="1600" dirty="0"/>
          </a:p>
        </p:txBody>
      </p:sp>
      <p:sp>
        <p:nvSpPr>
          <p:cNvPr id="145" name="Shape 33"/>
          <p:cNvSpPr/>
          <p:nvPr/>
        </p:nvSpPr>
        <p:spPr>
          <a:xfrm>
            <a:off x="6152609" y="3893101"/>
            <a:ext cx="5557980" cy="1141538"/>
          </a:xfrm>
          <a:custGeom>
            <a:avLst/>
            <a:gdLst/>
            <a:ahLst/>
            <a:cxnLst/>
            <a:rect l="l" t="t" r="r" b="b"/>
            <a:pathLst>
              <a:path w="5557980" h="1141538">
                <a:moveTo>
                  <a:pt x="37427" y="0"/>
                </a:moveTo>
                <a:lnTo>
                  <a:pt x="5483129" y="0"/>
                </a:lnTo>
                <a:cubicBezTo>
                  <a:pt x="5524468" y="0"/>
                  <a:pt x="5557980" y="33512"/>
                  <a:pt x="5557980" y="74851"/>
                </a:cubicBezTo>
                <a:lnTo>
                  <a:pt x="5557980" y="1066687"/>
                </a:lnTo>
                <a:cubicBezTo>
                  <a:pt x="5557980" y="1108026"/>
                  <a:pt x="5524468" y="1141538"/>
                  <a:pt x="5483129" y="1141538"/>
                </a:cubicBezTo>
                <a:lnTo>
                  <a:pt x="37427" y="1141538"/>
                </a:lnTo>
                <a:cubicBezTo>
                  <a:pt x="16771" y="1141538"/>
                  <a:pt x="0" y="1124767"/>
                  <a:pt x="0" y="1104111"/>
                </a:cubicBezTo>
                <a:lnTo>
                  <a:pt x="0" y="37427"/>
                </a:lnTo>
                <a:cubicBezTo>
                  <a:pt x="0" y="16771"/>
                  <a:pt x="16771" y="0"/>
                  <a:pt x="37427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46" name="Shape 34"/>
          <p:cNvSpPr/>
          <p:nvPr/>
        </p:nvSpPr>
        <p:spPr>
          <a:xfrm>
            <a:off x="6152609" y="3893101"/>
            <a:ext cx="37427" cy="1141538"/>
          </a:xfrm>
          <a:custGeom>
            <a:avLst/>
            <a:gdLst/>
            <a:ahLst/>
            <a:cxnLst/>
            <a:rect l="l" t="t" r="r" b="b"/>
            <a:pathLst>
              <a:path w="37427" h="1141538">
                <a:moveTo>
                  <a:pt x="37427" y="0"/>
                </a:moveTo>
                <a:lnTo>
                  <a:pt x="37427" y="0"/>
                </a:lnTo>
                <a:lnTo>
                  <a:pt x="37427" y="1141538"/>
                </a:lnTo>
                <a:lnTo>
                  <a:pt x="37427" y="1141538"/>
                </a:lnTo>
                <a:cubicBezTo>
                  <a:pt x="16771" y="1141538"/>
                  <a:pt x="0" y="1124767"/>
                  <a:pt x="0" y="1104111"/>
                </a:cubicBezTo>
                <a:lnTo>
                  <a:pt x="0" y="37427"/>
                </a:lnTo>
                <a:cubicBezTo>
                  <a:pt x="0" y="16771"/>
                  <a:pt x="16771" y="0"/>
                  <a:pt x="37427" y="0"/>
                </a:cubicBezTo>
                <a:close/>
              </a:path>
            </a:pathLst>
          </a:custGeom>
          <a:solidFill>
            <a:srgbClr val="788A9C"/>
          </a:solidFill>
        </p:spPr>
        <p:txBody>
          <a:bodyPr/>
          <a:lstStyle/>
          <a:p>
            <a:endParaRPr lang="en-US"/>
          </a:p>
        </p:txBody>
      </p:sp>
      <p:sp>
        <p:nvSpPr>
          <p:cNvPr id="147" name="Shape 35"/>
          <p:cNvSpPr/>
          <p:nvPr/>
        </p:nvSpPr>
        <p:spPr>
          <a:xfrm>
            <a:off x="6358460" y="4080238"/>
            <a:ext cx="449130" cy="449130"/>
          </a:xfrm>
          <a:custGeom>
            <a:avLst/>
            <a:gdLst/>
            <a:ahLst/>
            <a:cxnLst/>
            <a:rect l="l" t="t" r="r" b="b"/>
            <a:pathLst>
              <a:path w="449130" h="449130">
                <a:moveTo>
                  <a:pt x="224565" y="0"/>
                </a:moveTo>
                <a:lnTo>
                  <a:pt x="224565" y="0"/>
                </a:lnTo>
                <a:cubicBezTo>
                  <a:pt x="348506" y="0"/>
                  <a:pt x="449130" y="100624"/>
                  <a:pt x="449130" y="224565"/>
                </a:cubicBezTo>
                <a:lnTo>
                  <a:pt x="449130" y="224565"/>
                </a:lnTo>
                <a:cubicBezTo>
                  <a:pt x="449130" y="348506"/>
                  <a:pt x="348506" y="449130"/>
                  <a:pt x="224565" y="449130"/>
                </a:cubicBezTo>
                <a:lnTo>
                  <a:pt x="224565" y="449130"/>
                </a:lnTo>
                <a:cubicBezTo>
                  <a:pt x="100624" y="449130"/>
                  <a:pt x="0" y="348506"/>
                  <a:pt x="0" y="224565"/>
                </a:cubicBezTo>
                <a:lnTo>
                  <a:pt x="0" y="224565"/>
                </a:lnTo>
                <a:cubicBezTo>
                  <a:pt x="0" y="100624"/>
                  <a:pt x="100624" y="0"/>
                  <a:pt x="224565" y="0"/>
                </a:cubicBezTo>
                <a:close/>
              </a:path>
            </a:pathLst>
          </a:custGeom>
          <a:solidFill>
            <a:srgbClr val="788A9C"/>
          </a:solidFill>
        </p:spPr>
        <p:txBody>
          <a:bodyPr/>
          <a:lstStyle/>
          <a:p>
            <a:endParaRPr lang="en-US"/>
          </a:p>
        </p:txBody>
      </p:sp>
      <p:sp>
        <p:nvSpPr>
          <p:cNvPr id="148" name="Text 36"/>
          <p:cNvSpPr/>
          <p:nvPr/>
        </p:nvSpPr>
        <p:spPr>
          <a:xfrm>
            <a:off x="6311676" y="4080238"/>
            <a:ext cx="542698" cy="4491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sz="1475" b="1" dirty="0">
                <a:solidFill>
                  <a:srgbClr val="1A2332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06</a:t>
            </a:r>
            <a:endParaRPr lang="en-US" sz="1600" dirty="0"/>
          </a:p>
        </p:txBody>
      </p:sp>
      <p:sp>
        <p:nvSpPr>
          <p:cNvPr id="149" name="Text 37"/>
          <p:cNvSpPr/>
          <p:nvPr/>
        </p:nvSpPr>
        <p:spPr>
          <a:xfrm>
            <a:off x="6957300" y="4173807"/>
            <a:ext cx="2309990" cy="2619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475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Testing &amp; Results</a:t>
            </a:r>
            <a:endParaRPr lang="en-US" sz="1600" dirty="0"/>
          </a:p>
        </p:txBody>
      </p:sp>
      <p:sp>
        <p:nvSpPr>
          <p:cNvPr id="150" name="Text 38"/>
          <p:cNvSpPr/>
          <p:nvPr/>
        </p:nvSpPr>
        <p:spPr>
          <a:xfrm>
            <a:off x="6358460" y="4604223"/>
            <a:ext cx="5239847" cy="2432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0000"/>
              </a:lnSpc>
            </a:pPr>
            <a:r>
              <a:rPr lang="en-US" sz="118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Comprehensive test cases and system validation</a:t>
            </a:r>
            <a:endParaRPr lang="en-US" sz="1600" dirty="0"/>
          </a:p>
        </p:txBody>
      </p:sp>
      <p:sp>
        <p:nvSpPr>
          <p:cNvPr id="151" name="Shape 39"/>
          <p:cNvSpPr/>
          <p:nvPr/>
        </p:nvSpPr>
        <p:spPr>
          <a:xfrm>
            <a:off x="280706" y="5184349"/>
            <a:ext cx="5557980" cy="1141538"/>
          </a:xfrm>
          <a:custGeom>
            <a:avLst/>
            <a:gdLst/>
            <a:ahLst/>
            <a:cxnLst/>
            <a:rect l="l" t="t" r="r" b="b"/>
            <a:pathLst>
              <a:path w="5557980" h="1141538">
                <a:moveTo>
                  <a:pt x="37427" y="0"/>
                </a:moveTo>
                <a:lnTo>
                  <a:pt x="5483129" y="0"/>
                </a:lnTo>
                <a:cubicBezTo>
                  <a:pt x="5524468" y="0"/>
                  <a:pt x="5557980" y="33512"/>
                  <a:pt x="5557980" y="74851"/>
                </a:cubicBezTo>
                <a:lnTo>
                  <a:pt x="5557980" y="1066687"/>
                </a:lnTo>
                <a:cubicBezTo>
                  <a:pt x="5557980" y="1108026"/>
                  <a:pt x="5524468" y="1141538"/>
                  <a:pt x="5483129" y="1141538"/>
                </a:cubicBezTo>
                <a:lnTo>
                  <a:pt x="37427" y="1141538"/>
                </a:lnTo>
                <a:cubicBezTo>
                  <a:pt x="16771" y="1141538"/>
                  <a:pt x="0" y="1124767"/>
                  <a:pt x="0" y="1104111"/>
                </a:cubicBezTo>
                <a:lnTo>
                  <a:pt x="0" y="37427"/>
                </a:lnTo>
                <a:cubicBezTo>
                  <a:pt x="0" y="16771"/>
                  <a:pt x="16771" y="0"/>
                  <a:pt x="37427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52" name="Shape 40"/>
          <p:cNvSpPr/>
          <p:nvPr/>
        </p:nvSpPr>
        <p:spPr>
          <a:xfrm>
            <a:off x="280706" y="5184349"/>
            <a:ext cx="37427" cy="1141538"/>
          </a:xfrm>
          <a:custGeom>
            <a:avLst/>
            <a:gdLst/>
            <a:ahLst/>
            <a:cxnLst/>
            <a:rect l="l" t="t" r="r" b="b"/>
            <a:pathLst>
              <a:path w="37427" h="1141538">
                <a:moveTo>
                  <a:pt x="37427" y="0"/>
                </a:moveTo>
                <a:lnTo>
                  <a:pt x="37427" y="0"/>
                </a:lnTo>
                <a:lnTo>
                  <a:pt x="37427" y="1141538"/>
                </a:lnTo>
                <a:lnTo>
                  <a:pt x="37427" y="1141538"/>
                </a:lnTo>
                <a:cubicBezTo>
                  <a:pt x="16771" y="1141538"/>
                  <a:pt x="0" y="1124767"/>
                  <a:pt x="0" y="1104111"/>
                </a:cubicBezTo>
                <a:lnTo>
                  <a:pt x="0" y="37427"/>
                </a:lnTo>
                <a:cubicBezTo>
                  <a:pt x="0" y="16771"/>
                  <a:pt x="16771" y="0"/>
                  <a:pt x="37427" y="0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153" name="Shape 41"/>
          <p:cNvSpPr/>
          <p:nvPr/>
        </p:nvSpPr>
        <p:spPr>
          <a:xfrm>
            <a:off x="486558" y="5371486"/>
            <a:ext cx="449130" cy="449130"/>
          </a:xfrm>
          <a:custGeom>
            <a:avLst/>
            <a:gdLst/>
            <a:ahLst/>
            <a:cxnLst/>
            <a:rect l="l" t="t" r="r" b="b"/>
            <a:pathLst>
              <a:path w="449130" h="449130">
                <a:moveTo>
                  <a:pt x="224565" y="0"/>
                </a:moveTo>
                <a:lnTo>
                  <a:pt x="224565" y="0"/>
                </a:lnTo>
                <a:cubicBezTo>
                  <a:pt x="348506" y="0"/>
                  <a:pt x="449130" y="100624"/>
                  <a:pt x="449130" y="224565"/>
                </a:cubicBezTo>
                <a:lnTo>
                  <a:pt x="449130" y="224565"/>
                </a:lnTo>
                <a:cubicBezTo>
                  <a:pt x="449130" y="348506"/>
                  <a:pt x="348506" y="449130"/>
                  <a:pt x="224565" y="449130"/>
                </a:cubicBezTo>
                <a:lnTo>
                  <a:pt x="224565" y="449130"/>
                </a:lnTo>
                <a:cubicBezTo>
                  <a:pt x="100624" y="449130"/>
                  <a:pt x="0" y="348506"/>
                  <a:pt x="0" y="224565"/>
                </a:cubicBezTo>
                <a:lnTo>
                  <a:pt x="0" y="224565"/>
                </a:lnTo>
                <a:cubicBezTo>
                  <a:pt x="0" y="100624"/>
                  <a:pt x="100624" y="0"/>
                  <a:pt x="224565" y="0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154" name="Text 42"/>
          <p:cNvSpPr/>
          <p:nvPr/>
        </p:nvSpPr>
        <p:spPr>
          <a:xfrm>
            <a:off x="439773" y="5371486"/>
            <a:ext cx="542698" cy="4491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sz="1475" b="1" dirty="0">
                <a:solidFill>
                  <a:srgbClr val="1A2332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07</a:t>
            </a:r>
            <a:endParaRPr lang="en-US" sz="1600" dirty="0"/>
          </a:p>
        </p:txBody>
      </p:sp>
      <p:sp>
        <p:nvSpPr>
          <p:cNvPr id="155" name="Text 43"/>
          <p:cNvSpPr/>
          <p:nvPr/>
        </p:nvSpPr>
        <p:spPr>
          <a:xfrm>
            <a:off x="1085397" y="5465055"/>
            <a:ext cx="2039797" cy="2619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475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Challenges &amp; Learnings</a:t>
            </a:r>
            <a:endParaRPr lang="en-US" sz="1600" dirty="0"/>
          </a:p>
        </p:txBody>
      </p:sp>
      <p:sp>
        <p:nvSpPr>
          <p:cNvPr id="156" name="Text 44"/>
          <p:cNvSpPr/>
          <p:nvPr/>
        </p:nvSpPr>
        <p:spPr>
          <a:xfrm>
            <a:off x="486558" y="5895471"/>
            <a:ext cx="5239847" cy="2432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0000"/>
              </a:lnSpc>
            </a:pPr>
            <a:r>
              <a:rPr lang="en-US" sz="118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Technical hurdles and key development insights</a:t>
            </a:r>
            <a:endParaRPr lang="en-US" sz="1600" dirty="0"/>
          </a:p>
        </p:txBody>
      </p:sp>
      <p:sp>
        <p:nvSpPr>
          <p:cNvPr id="157" name="Shape 45"/>
          <p:cNvSpPr/>
          <p:nvPr/>
        </p:nvSpPr>
        <p:spPr>
          <a:xfrm>
            <a:off x="6152609" y="5184349"/>
            <a:ext cx="5557980" cy="1141538"/>
          </a:xfrm>
          <a:custGeom>
            <a:avLst/>
            <a:gdLst/>
            <a:ahLst/>
            <a:cxnLst/>
            <a:rect l="l" t="t" r="r" b="b"/>
            <a:pathLst>
              <a:path w="5557980" h="1141538">
                <a:moveTo>
                  <a:pt x="37427" y="0"/>
                </a:moveTo>
                <a:lnTo>
                  <a:pt x="5483129" y="0"/>
                </a:lnTo>
                <a:cubicBezTo>
                  <a:pt x="5524468" y="0"/>
                  <a:pt x="5557980" y="33512"/>
                  <a:pt x="5557980" y="74851"/>
                </a:cubicBezTo>
                <a:lnTo>
                  <a:pt x="5557980" y="1066687"/>
                </a:lnTo>
                <a:cubicBezTo>
                  <a:pt x="5557980" y="1108026"/>
                  <a:pt x="5524468" y="1141538"/>
                  <a:pt x="5483129" y="1141538"/>
                </a:cubicBezTo>
                <a:lnTo>
                  <a:pt x="37427" y="1141538"/>
                </a:lnTo>
                <a:cubicBezTo>
                  <a:pt x="16771" y="1141538"/>
                  <a:pt x="0" y="1124767"/>
                  <a:pt x="0" y="1104111"/>
                </a:cubicBezTo>
                <a:lnTo>
                  <a:pt x="0" y="37427"/>
                </a:lnTo>
                <a:cubicBezTo>
                  <a:pt x="0" y="16771"/>
                  <a:pt x="16771" y="0"/>
                  <a:pt x="37427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58" name="Shape 46"/>
          <p:cNvSpPr/>
          <p:nvPr/>
        </p:nvSpPr>
        <p:spPr>
          <a:xfrm>
            <a:off x="6152609" y="5184349"/>
            <a:ext cx="37427" cy="1141538"/>
          </a:xfrm>
          <a:custGeom>
            <a:avLst/>
            <a:gdLst/>
            <a:ahLst/>
            <a:cxnLst/>
            <a:rect l="l" t="t" r="r" b="b"/>
            <a:pathLst>
              <a:path w="37427" h="1141538">
                <a:moveTo>
                  <a:pt x="37427" y="0"/>
                </a:moveTo>
                <a:lnTo>
                  <a:pt x="37427" y="0"/>
                </a:lnTo>
                <a:lnTo>
                  <a:pt x="37427" y="1141538"/>
                </a:lnTo>
                <a:lnTo>
                  <a:pt x="37427" y="1141538"/>
                </a:lnTo>
                <a:cubicBezTo>
                  <a:pt x="16771" y="1141538"/>
                  <a:pt x="0" y="1124767"/>
                  <a:pt x="0" y="1104111"/>
                </a:cubicBezTo>
                <a:lnTo>
                  <a:pt x="0" y="37427"/>
                </a:lnTo>
                <a:cubicBezTo>
                  <a:pt x="0" y="16771"/>
                  <a:pt x="16771" y="0"/>
                  <a:pt x="37427" y="0"/>
                </a:cubicBez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US"/>
          </a:p>
        </p:txBody>
      </p:sp>
      <p:sp>
        <p:nvSpPr>
          <p:cNvPr id="159" name="Shape 47"/>
          <p:cNvSpPr/>
          <p:nvPr/>
        </p:nvSpPr>
        <p:spPr>
          <a:xfrm>
            <a:off x="6358460" y="5371486"/>
            <a:ext cx="449130" cy="449130"/>
          </a:xfrm>
          <a:custGeom>
            <a:avLst/>
            <a:gdLst/>
            <a:ahLst/>
            <a:cxnLst/>
            <a:rect l="l" t="t" r="r" b="b"/>
            <a:pathLst>
              <a:path w="449130" h="449130">
                <a:moveTo>
                  <a:pt x="224565" y="0"/>
                </a:moveTo>
                <a:lnTo>
                  <a:pt x="224565" y="0"/>
                </a:lnTo>
                <a:cubicBezTo>
                  <a:pt x="348506" y="0"/>
                  <a:pt x="449130" y="100624"/>
                  <a:pt x="449130" y="224565"/>
                </a:cubicBezTo>
                <a:lnTo>
                  <a:pt x="449130" y="224565"/>
                </a:lnTo>
                <a:cubicBezTo>
                  <a:pt x="449130" y="348506"/>
                  <a:pt x="348506" y="449130"/>
                  <a:pt x="224565" y="449130"/>
                </a:cubicBezTo>
                <a:lnTo>
                  <a:pt x="224565" y="449130"/>
                </a:lnTo>
                <a:cubicBezTo>
                  <a:pt x="100624" y="449130"/>
                  <a:pt x="0" y="348506"/>
                  <a:pt x="0" y="224565"/>
                </a:cubicBezTo>
                <a:lnTo>
                  <a:pt x="0" y="224565"/>
                </a:lnTo>
                <a:cubicBezTo>
                  <a:pt x="0" y="100624"/>
                  <a:pt x="100624" y="0"/>
                  <a:pt x="224565" y="0"/>
                </a:cubicBez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US"/>
          </a:p>
        </p:txBody>
      </p:sp>
      <p:sp>
        <p:nvSpPr>
          <p:cNvPr id="160" name="Text 48"/>
          <p:cNvSpPr/>
          <p:nvPr/>
        </p:nvSpPr>
        <p:spPr>
          <a:xfrm>
            <a:off x="6311676" y="5371486"/>
            <a:ext cx="542698" cy="4491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sz="1475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08</a:t>
            </a:r>
            <a:endParaRPr lang="en-US" sz="1600" dirty="0"/>
          </a:p>
        </p:txBody>
      </p:sp>
      <p:sp>
        <p:nvSpPr>
          <p:cNvPr id="161" name="Text 49"/>
          <p:cNvSpPr/>
          <p:nvPr/>
        </p:nvSpPr>
        <p:spPr>
          <a:xfrm>
            <a:off x="6957300" y="5465055"/>
            <a:ext cx="1721664" cy="2619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475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Conclusion and Demo</a:t>
            </a:r>
            <a:endParaRPr lang="en-US" sz="1600" dirty="0"/>
          </a:p>
        </p:txBody>
      </p:sp>
      <p:sp>
        <p:nvSpPr>
          <p:cNvPr id="162" name="Text 50"/>
          <p:cNvSpPr/>
          <p:nvPr/>
        </p:nvSpPr>
        <p:spPr>
          <a:xfrm>
            <a:off x="6358460" y="5895471"/>
            <a:ext cx="5239847" cy="2432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0000"/>
              </a:lnSpc>
            </a:pPr>
            <a:r>
              <a:rPr lang="en-US" sz="118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Project summary, achievements, and live demonstration</a:t>
            </a:r>
            <a:endParaRPr lang="en-US" sz="1600" dirty="0"/>
          </a:p>
        </p:txBody>
      </p:sp>
      <p:sp>
        <p:nvSpPr>
          <p:cNvPr id="163" name="Shape 51"/>
          <p:cNvSpPr/>
          <p:nvPr/>
        </p:nvSpPr>
        <p:spPr>
          <a:xfrm>
            <a:off x="261993" y="6329629"/>
            <a:ext cx="11443450" cy="7485"/>
          </a:xfrm>
          <a:custGeom>
            <a:avLst/>
            <a:gdLst/>
            <a:ahLst/>
            <a:cxnLst/>
            <a:rect l="l" t="t" r="r" b="b"/>
            <a:pathLst>
              <a:path w="11443450" h="7485">
                <a:moveTo>
                  <a:pt x="0" y="0"/>
                </a:moveTo>
                <a:lnTo>
                  <a:pt x="11443450" y="0"/>
                </a:lnTo>
                <a:lnTo>
                  <a:pt x="11443450" y="7485"/>
                </a:lnTo>
                <a:lnTo>
                  <a:pt x="0" y="748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202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2667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4E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01 - Project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66700" y="5715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System Purpose &amp; Architecture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66700" y="1143000"/>
            <a:ext cx="1066800" cy="38100"/>
          </a:xfrm>
          <a:custGeom>
            <a:avLst/>
            <a:gdLst/>
            <a:ahLst/>
            <a:cxnLst/>
            <a:rect l="l" t="t" r="r" b="b"/>
            <a:pathLst>
              <a:path w="1066800" h="38100">
                <a:moveTo>
                  <a:pt x="0" y="0"/>
                </a:moveTo>
                <a:lnTo>
                  <a:pt x="1066800" y="0"/>
                </a:lnTo>
                <a:lnTo>
                  <a:pt x="1066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0510" y="1261110"/>
            <a:ext cx="6760845" cy="1988820"/>
          </a:xfrm>
          <a:custGeom>
            <a:avLst/>
            <a:gdLst/>
            <a:ahLst/>
            <a:cxnLst/>
            <a:rect l="l" t="t" r="r" b="b"/>
            <a:pathLst>
              <a:path w="6760845" h="1988820">
                <a:moveTo>
                  <a:pt x="76192" y="0"/>
                </a:moveTo>
                <a:lnTo>
                  <a:pt x="6684653" y="0"/>
                </a:lnTo>
                <a:cubicBezTo>
                  <a:pt x="6726733" y="0"/>
                  <a:pt x="6760845" y="34112"/>
                  <a:pt x="6760845" y="76192"/>
                </a:cubicBezTo>
                <a:lnTo>
                  <a:pt x="6760845" y="1912628"/>
                </a:lnTo>
                <a:cubicBezTo>
                  <a:pt x="6760845" y="1954708"/>
                  <a:pt x="6726733" y="1988820"/>
                  <a:pt x="6684653" y="1988820"/>
                </a:cubicBezTo>
                <a:lnTo>
                  <a:pt x="76192" y="1988820"/>
                </a:lnTo>
                <a:cubicBezTo>
                  <a:pt x="34112" y="1988820"/>
                  <a:pt x="0" y="1954708"/>
                  <a:pt x="0" y="1912628"/>
                </a:cubicBezTo>
                <a:lnTo>
                  <a:pt x="0" y="76192"/>
                </a:lnTo>
                <a:cubicBezTo>
                  <a:pt x="0" y="34112"/>
                  <a:pt x="34112" y="0"/>
                  <a:pt x="76192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0532" y="145542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64845" y="1417320"/>
            <a:ext cx="6305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6720" y="1836420"/>
            <a:ext cx="200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24E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317" y="1798320"/>
            <a:ext cx="5114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Build a </a:t>
            </a: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role-based management system</a:t>
            </a: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 for student profiles, grades, and ECA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26720" y="2179320"/>
            <a:ext cx="200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24E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317" y="2141220"/>
            <a:ext cx="4772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Implement using </a:t>
            </a: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pure Python</a:t>
            </a: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 with file-based persistence (no database)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6720" y="2522220"/>
            <a:ext cx="200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24E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0317" y="2484120"/>
            <a:ext cx="4324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Apply </a:t>
            </a: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OOP principles</a:t>
            </a: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: inheritance, encapsulation, polymorphism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6720" y="2865120"/>
            <a:ext cx="200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24E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317" y="2827020"/>
            <a:ext cx="3943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Create </a:t>
            </a: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data visualisations</a:t>
            </a: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 using matplotlib and numpy only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70510" y="3371850"/>
            <a:ext cx="6760845" cy="1684020"/>
          </a:xfrm>
          <a:custGeom>
            <a:avLst/>
            <a:gdLst/>
            <a:ahLst/>
            <a:cxnLst/>
            <a:rect l="l" t="t" r="r" b="b"/>
            <a:pathLst>
              <a:path w="6760845" h="1684020">
                <a:moveTo>
                  <a:pt x="76202" y="0"/>
                </a:moveTo>
                <a:lnTo>
                  <a:pt x="6684643" y="0"/>
                </a:lnTo>
                <a:cubicBezTo>
                  <a:pt x="6726728" y="0"/>
                  <a:pt x="6760845" y="34117"/>
                  <a:pt x="6760845" y="76202"/>
                </a:cubicBezTo>
                <a:lnTo>
                  <a:pt x="6760845" y="1607818"/>
                </a:lnTo>
                <a:cubicBezTo>
                  <a:pt x="6760845" y="1649903"/>
                  <a:pt x="6726728" y="1684020"/>
                  <a:pt x="6684643" y="1684020"/>
                </a:cubicBezTo>
                <a:lnTo>
                  <a:pt x="76202" y="1684020"/>
                </a:lnTo>
                <a:cubicBezTo>
                  <a:pt x="34117" y="1684020"/>
                  <a:pt x="0" y="1649903"/>
                  <a:pt x="0" y="160781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26720" y="356616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83344"/>
                </a:moveTo>
                <a:cubicBezTo>
                  <a:pt x="140419" y="83344"/>
                  <a:pt x="157758" y="66005"/>
                  <a:pt x="157758" y="44648"/>
                </a:cubicBezTo>
                <a:cubicBezTo>
                  <a:pt x="157758" y="23292"/>
                  <a:pt x="140419" y="5953"/>
                  <a:pt x="119063" y="5953"/>
                </a:cubicBezTo>
                <a:cubicBezTo>
                  <a:pt x="97706" y="5953"/>
                  <a:pt x="80367" y="23292"/>
                  <a:pt x="80367" y="44648"/>
                </a:cubicBezTo>
                <a:cubicBezTo>
                  <a:pt x="80367" y="66005"/>
                  <a:pt x="97706" y="83344"/>
                  <a:pt x="119063" y="83344"/>
                </a:cubicBezTo>
                <a:close/>
                <a:moveTo>
                  <a:pt x="35719" y="86320"/>
                </a:moveTo>
                <a:cubicBezTo>
                  <a:pt x="50504" y="86320"/>
                  <a:pt x="62508" y="74317"/>
                  <a:pt x="62508" y="59531"/>
                </a:cubicBezTo>
                <a:cubicBezTo>
                  <a:pt x="62508" y="44746"/>
                  <a:pt x="50504" y="32742"/>
                  <a:pt x="35719" y="32742"/>
                </a:cubicBezTo>
                <a:cubicBezTo>
                  <a:pt x="20933" y="32742"/>
                  <a:pt x="8930" y="44746"/>
                  <a:pt x="8930" y="59531"/>
                </a:cubicBezTo>
                <a:cubicBezTo>
                  <a:pt x="8930" y="74317"/>
                  <a:pt x="20933" y="86320"/>
                  <a:pt x="35719" y="86320"/>
                </a:cubicBezTo>
                <a:close/>
                <a:moveTo>
                  <a:pt x="0" y="154781"/>
                </a:moveTo>
                <a:lnTo>
                  <a:pt x="0" y="166688"/>
                </a:lnTo>
                <a:cubicBezTo>
                  <a:pt x="0" y="173273"/>
                  <a:pt x="5321" y="178594"/>
                  <a:pt x="11906" y="178594"/>
                </a:cubicBezTo>
                <a:lnTo>
                  <a:pt x="44165" y="178594"/>
                </a:lnTo>
                <a:cubicBezTo>
                  <a:pt x="42565" y="174947"/>
                  <a:pt x="41672" y="170929"/>
                  <a:pt x="41672" y="166688"/>
                </a:cubicBezTo>
                <a:lnTo>
                  <a:pt x="41672" y="160734"/>
                </a:lnTo>
                <a:cubicBezTo>
                  <a:pt x="41672" y="140940"/>
                  <a:pt x="49113" y="122858"/>
                  <a:pt x="61354" y="109165"/>
                </a:cubicBezTo>
                <a:cubicBezTo>
                  <a:pt x="57001" y="107863"/>
                  <a:pt x="52388" y="107156"/>
                  <a:pt x="47625" y="107156"/>
                </a:cubicBezTo>
                <a:cubicBezTo>
                  <a:pt x="21320" y="107156"/>
                  <a:pt x="0" y="128476"/>
                  <a:pt x="0" y="154781"/>
                </a:cubicBezTo>
                <a:close/>
                <a:moveTo>
                  <a:pt x="229195" y="59531"/>
                </a:moveTo>
                <a:cubicBezTo>
                  <a:pt x="229195" y="44746"/>
                  <a:pt x="217192" y="32742"/>
                  <a:pt x="202406" y="32742"/>
                </a:cubicBezTo>
                <a:cubicBezTo>
                  <a:pt x="187621" y="32742"/>
                  <a:pt x="175617" y="44746"/>
                  <a:pt x="175617" y="59531"/>
                </a:cubicBezTo>
                <a:cubicBezTo>
                  <a:pt x="175617" y="74317"/>
                  <a:pt x="187621" y="86320"/>
                  <a:pt x="202406" y="86320"/>
                </a:cubicBezTo>
                <a:cubicBezTo>
                  <a:pt x="217192" y="86320"/>
                  <a:pt x="229195" y="74317"/>
                  <a:pt x="229195" y="59531"/>
                </a:cubicBezTo>
                <a:close/>
                <a:moveTo>
                  <a:pt x="59531" y="160734"/>
                </a:moveTo>
                <a:lnTo>
                  <a:pt x="59531" y="166688"/>
                </a:lnTo>
                <a:cubicBezTo>
                  <a:pt x="59531" y="173273"/>
                  <a:pt x="64852" y="178594"/>
                  <a:pt x="71438" y="178594"/>
                </a:cubicBezTo>
                <a:lnTo>
                  <a:pt x="129778" y="178594"/>
                </a:lnTo>
                <a:cubicBezTo>
                  <a:pt x="127136" y="170557"/>
                  <a:pt x="127434" y="162074"/>
                  <a:pt x="133759" y="154781"/>
                </a:cubicBezTo>
                <a:cubicBezTo>
                  <a:pt x="128550" y="148754"/>
                  <a:pt x="126132" y="140010"/>
                  <a:pt x="129518" y="131229"/>
                </a:cubicBezTo>
                <a:cubicBezTo>
                  <a:pt x="131973" y="124867"/>
                  <a:pt x="135434" y="118914"/>
                  <a:pt x="139712" y="113630"/>
                </a:cubicBezTo>
                <a:cubicBezTo>
                  <a:pt x="141722" y="111175"/>
                  <a:pt x="144028" y="109277"/>
                  <a:pt x="146521" y="107900"/>
                </a:cubicBezTo>
                <a:cubicBezTo>
                  <a:pt x="138299" y="103622"/>
                  <a:pt x="128960" y="101203"/>
                  <a:pt x="119063" y="101203"/>
                </a:cubicBezTo>
                <a:cubicBezTo>
                  <a:pt x="86171" y="101203"/>
                  <a:pt x="59531" y="127843"/>
                  <a:pt x="59531" y="160734"/>
                </a:cubicBezTo>
                <a:close/>
                <a:moveTo>
                  <a:pt x="232395" y="144326"/>
                </a:moveTo>
                <a:cubicBezTo>
                  <a:pt x="234739" y="142987"/>
                  <a:pt x="235930" y="140196"/>
                  <a:pt x="234925" y="137629"/>
                </a:cubicBezTo>
                <a:cubicBezTo>
                  <a:pt x="233139" y="133015"/>
                  <a:pt x="230646" y="128662"/>
                  <a:pt x="227521" y="124830"/>
                </a:cubicBezTo>
                <a:cubicBezTo>
                  <a:pt x="225809" y="122709"/>
                  <a:pt x="222796" y="122337"/>
                  <a:pt x="220452" y="123713"/>
                </a:cubicBezTo>
                <a:cubicBezTo>
                  <a:pt x="212341" y="128401"/>
                  <a:pt x="202369" y="122672"/>
                  <a:pt x="202369" y="113258"/>
                </a:cubicBezTo>
                <a:cubicBezTo>
                  <a:pt x="202369" y="110542"/>
                  <a:pt x="200546" y="108124"/>
                  <a:pt x="197867" y="107714"/>
                </a:cubicBezTo>
                <a:cubicBezTo>
                  <a:pt x="193067" y="106970"/>
                  <a:pt x="187896" y="106970"/>
                  <a:pt x="183096" y="107714"/>
                </a:cubicBezTo>
                <a:cubicBezTo>
                  <a:pt x="180417" y="108124"/>
                  <a:pt x="178594" y="110542"/>
                  <a:pt x="178594" y="113258"/>
                </a:cubicBezTo>
                <a:cubicBezTo>
                  <a:pt x="178594" y="122634"/>
                  <a:pt x="168622" y="128401"/>
                  <a:pt x="160511" y="123713"/>
                </a:cubicBezTo>
                <a:cubicBezTo>
                  <a:pt x="158167" y="122374"/>
                  <a:pt x="155153" y="122746"/>
                  <a:pt x="153442" y="124830"/>
                </a:cubicBezTo>
                <a:cubicBezTo>
                  <a:pt x="150316" y="128662"/>
                  <a:pt x="147824" y="133015"/>
                  <a:pt x="146038" y="137629"/>
                </a:cubicBezTo>
                <a:cubicBezTo>
                  <a:pt x="145070" y="140159"/>
                  <a:pt x="146224" y="142949"/>
                  <a:pt x="148568" y="144289"/>
                </a:cubicBezTo>
                <a:cubicBezTo>
                  <a:pt x="156716" y="148977"/>
                  <a:pt x="156716" y="160474"/>
                  <a:pt x="148568" y="165199"/>
                </a:cubicBezTo>
                <a:cubicBezTo>
                  <a:pt x="146224" y="166539"/>
                  <a:pt x="145033" y="169329"/>
                  <a:pt x="146038" y="171859"/>
                </a:cubicBezTo>
                <a:cubicBezTo>
                  <a:pt x="147824" y="176473"/>
                  <a:pt x="150316" y="180826"/>
                  <a:pt x="153442" y="184658"/>
                </a:cubicBezTo>
                <a:cubicBezTo>
                  <a:pt x="155153" y="186779"/>
                  <a:pt x="158167" y="187151"/>
                  <a:pt x="160511" y="185775"/>
                </a:cubicBezTo>
                <a:cubicBezTo>
                  <a:pt x="168622" y="181087"/>
                  <a:pt x="178594" y="186854"/>
                  <a:pt x="178594" y="196230"/>
                </a:cubicBezTo>
                <a:cubicBezTo>
                  <a:pt x="178594" y="198946"/>
                  <a:pt x="180417" y="201364"/>
                  <a:pt x="183096" y="201774"/>
                </a:cubicBezTo>
                <a:cubicBezTo>
                  <a:pt x="187896" y="202518"/>
                  <a:pt x="193067" y="202518"/>
                  <a:pt x="197867" y="201774"/>
                </a:cubicBezTo>
                <a:cubicBezTo>
                  <a:pt x="200546" y="201364"/>
                  <a:pt x="202369" y="198946"/>
                  <a:pt x="202369" y="196230"/>
                </a:cubicBezTo>
                <a:cubicBezTo>
                  <a:pt x="202369" y="186854"/>
                  <a:pt x="212341" y="181087"/>
                  <a:pt x="220452" y="185775"/>
                </a:cubicBezTo>
                <a:cubicBezTo>
                  <a:pt x="222796" y="187114"/>
                  <a:pt x="225809" y="186742"/>
                  <a:pt x="227521" y="184658"/>
                </a:cubicBezTo>
                <a:cubicBezTo>
                  <a:pt x="230646" y="180826"/>
                  <a:pt x="233139" y="176473"/>
                  <a:pt x="234925" y="171859"/>
                </a:cubicBezTo>
                <a:cubicBezTo>
                  <a:pt x="235893" y="169329"/>
                  <a:pt x="234739" y="166539"/>
                  <a:pt x="232395" y="165199"/>
                </a:cubicBezTo>
                <a:cubicBezTo>
                  <a:pt x="224247" y="160511"/>
                  <a:pt x="224247" y="149014"/>
                  <a:pt x="232395" y="144289"/>
                </a:cubicBezTo>
                <a:close/>
                <a:moveTo>
                  <a:pt x="175617" y="154781"/>
                </a:moveTo>
                <a:cubicBezTo>
                  <a:pt x="175617" y="146567"/>
                  <a:pt x="182286" y="139898"/>
                  <a:pt x="190500" y="139898"/>
                </a:cubicBezTo>
                <a:cubicBezTo>
                  <a:pt x="198714" y="139898"/>
                  <a:pt x="205383" y="146567"/>
                  <a:pt x="205383" y="154781"/>
                </a:cubicBezTo>
                <a:cubicBezTo>
                  <a:pt x="205383" y="162995"/>
                  <a:pt x="198714" y="169664"/>
                  <a:pt x="190500" y="169664"/>
                </a:cubicBezTo>
                <a:cubicBezTo>
                  <a:pt x="182286" y="169664"/>
                  <a:pt x="175617" y="162995"/>
                  <a:pt x="175617" y="154781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4845" y="3528060"/>
            <a:ext cx="6305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User Roles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5770" y="3909060"/>
            <a:ext cx="3124200" cy="990600"/>
          </a:xfrm>
          <a:custGeom>
            <a:avLst/>
            <a:gdLst/>
            <a:ahLst/>
            <a:cxnLst/>
            <a:rect l="l" t="t" r="r" b="b"/>
            <a:pathLst>
              <a:path w="3124200" h="990600">
                <a:moveTo>
                  <a:pt x="38100" y="0"/>
                </a:moveTo>
                <a:lnTo>
                  <a:pt x="3048003" y="0"/>
                </a:lnTo>
                <a:cubicBezTo>
                  <a:pt x="3090085" y="0"/>
                  <a:pt x="3124200" y="34115"/>
                  <a:pt x="3124200" y="76197"/>
                </a:cubicBezTo>
                <a:lnTo>
                  <a:pt x="3124200" y="914403"/>
                </a:lnTo>
                <a:cubicBezTo>
                  <a:pt x="3124200" y="956485"/>
                  <a:pt x="3090085" y="990600"/>
                  <a:pt x="3048003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332">
              <a:alpha val="50196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45770" y="3909060"/>
            <a:ext cx="38100" cy="990600"/>
          </a:xfrm>
          <a:custGeom>
            <a:avLst/>
            <a:gdLst/>
            <a:ahLst/>
            <a:cxnLst/>
            <a:rect l="l" t="t" r="r" b="b"/>
            <a:pathLst>
              <a:path w="38100" h="9906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88645" y="406146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66675" y="73819"/>
                </a:moveTo>
                <a:cubicBezTo>
                  <a:pt x="86389" y="73819"/>
                  <a:pt x="102394" y="57814"/>
                  <a:pt x="102394" y="38100"/>
                </a:cubicBezTo>
                <a:cubicBezTo>
                  <a:pt x="102394" y="18386"/>
                  <a:pt x="86389" y="2381"/>
                  <a:pt x="66675" y="2381"/>
                </a:cubicBezTo>
                <a:cubicBezTo>
                  <a:pt x="46961" y="2381"/>
                  <a:pt x="30956" y="18386"/>
                  <a:pt x="30956" y="38100"/>
                </a:cubicBezTo>
                <a:cubicBezTo>
                  <a:pt x="30956" y="57814"/>
                  <a:pt x="46961" y="73819"/>
                  <a:pt x="66675" y="73819"/>
                </a:cubicBezTo>
                <a:close/>
                <a:moveTo>
                  <a:pt x="57835" y="90488"/>
                </a:moveTo>
                <a:cubicBezTo>
                  <a:pt x="28515" y="90488"/>
                  <a:pt x="4763" y="114240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88463" y="152400"/>
                </a:lnTo>
                <a:cubicBezTo>
                  <a:pt x="77688" y="139720"/>
                  <a:pt x="71438" y="123379"/>
                  <a:pt x="71438" y="106085"/>
                </a:cubicBezTo>
                <a:lnTo>
                  <a:pt x="71438" y="96828"/>
                </a:lnTo>
                <a:cubicBezTo>
                  <a:pt x="71438" y="94655"/>
                  <a:pt x="71735" y="92512"/>
                  <a:pt x="72301" y="90487"/>
                </a:cubicBezTo>
                <a:lnTo>
                  <a:pt x="57835" y="90487"/>
                </a:lnTo>
                <a:close/>
                <a:moveTo>
                  <a:pt x="132546" y="145405"/>
                </a:moveTo>
                <a:lnTo>
                  <a:pt x="128588" y="147280"/>
                </a:lnTo>
                <a:lnTo>
                  <a:pt x="128588" y="91291"/>
                </a:lnTo>
                <a:lnTo>
                  <a:pt x="157163" y="100816"/>
                </a:lnTo>
                <a:lnTo>
                  <a:pt x="157163" y="106650"/>
                </a:lnTo>
                <a:cubicBezTo>
                  <a:pt x="157163" y="123259"/>
                  <a:pt x="147578" y="138351"/>
                  <a:pt x="132546" y="145435"/>
                </a:cubicBezTo>
                <a:close/>
                <a:moveTo>
                  <a:pt x="125581" y="77242"/>
                </a:moveTo>
                <a:lnTo>
                  <a:pt x="92244" y="88344"/>
                </a:lnTo>
                <a:cubicBezTo>
                  <a:pt x="88344" y="89654"/>
                  <a:pt x="85725" y="93285"/>
                  <a:pt x="85725" y="97393"/>
                </a:cubicBezTo>
                <a:lnTo>
                  <a:pt x="85725" y="106650"/>
                </a:lnTo>
                <a:cubicBezTo>
                  <a:pt x="85725" y="128796"/>
                  <a:pt x="98524" y="148947"/>
                  <a:pt x="118527" y="158353"/>
                </a:cubicBezTo>
                <a:lnTo>
                  <a:pt x="124033" y="160943"/>
                </a:lnTo>
                <a:cubicBezTo>
                  <a:pt x="125462" y="161598"/>
                  <a:pt x="127010" y="161955"/>
                  <a:pt x="128558" y="161955"/>
                </a:cubicBezTo>
                <a:cubicBezTo>
                  <a:pt x="130106" y="161955"/>
                  <a:pt x="131683" y="161598"/>
                  <a:pt x="133082" y="160943"/>
                </a:cubicBezTo>
                <a:lnTo>
                  <a:pt x="138589" y="158353"/>
                </a:lnTo>
                <a:cubicBezTo>
                  <a:pt x="158651" y="148917"/>
                  <a:pt x="171450" y="128766"/>
                  <a:pt x="171450" y="106620"/>
                </a:cubicBezTo>
                <a:lnTo>
                  <a:pt x="171450" y="97363"/>
                </a:lnTo>
                <a:cubicBezTo>
                  <a:pt x="171450" y="93256"/>
                  <a:pt x="168831" y="89624"/>
                  <a:pt x="164931" y="88315"/>
                </a:cubicBezTo>
                <a:lnTo>
                  <a:pt x="131594" y="77212"/>
                </a:lnTo>
                <a:cubicBezTo>
                  <a:pt x="129629" y="76557"/>
                  <a:pt x="127516" y="76557"/>
                  <a:pt x="125581" y="77212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45820" y="4023360"/>
            <a:ext cx="514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Admin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9120" y="4328160"/>
            <a:ext cx="29527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Full system control - CRUD operations, analytics dashboard, user management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745230" y="3909060"/>
            <a:ext cx="3124200" cy="990600"/>
          </a:xfrm>
          <a:custGeom>
            <a:avLst/>
            <a:gdLst/>
            <a:ahLst/>
            <a:cxnLst/>
            <a:rect l="l" t="t" r="r" b="b"/>
            <a:pathLst>
              <a:path w="3124200" h="990600">
                <a:moveTo>
                  <a:pt x="38100" y="0"/>
                </a:moveTo>
                <a:lnTo>
                  <a:pt x="3048003" y="0"/>
                </a:lnTo>
                <a:cubicBezTo>
                  <a:pt x="3090085" y="0"/>
                  <a:pt x="3124200" y="34115"/>
                  <a:pt x="3124200" y="76197"/>
                </a:cubicBezTo>
                <a:lnTo>
                  <a:pt x="3124200" y="914403"/>
                </a:lnTo>
                <a:cubicBezTo>
                  <a:pt x="3124200" y="956485"/>
                  <a:pt x="3090085" y="990600"/>
                  <a:pt x="3048003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332">
              <a:alpha val="50196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745230" y="3909060"/>
            <a:ext cx="38100" cy="990600"/>
          </a:xfrm>
          <a:custGeom>
            <a:avLst/>
            <a:gdLst/>
            <a:ahLst/>
            <a:cxnLst/>
            <a:rect l="l" t="t" r="r" b="b"/>
            <a:pathLst>
              <a:path w="38100" h="9906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907155" y="406146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73819"/>
                </a:moveTo>
                <a:cubicBezTo>
                  <a:pt x="86389" y="73819"/>
                  <a:pt x="102394" y="57814"/>
                  <a:pt x="102394" y="38100"/>
                </a:cubicBezTo>
                <a:cubicBezTo>
                  <a:pt x="102394" y="18386"/>
                  <a:pt x="86389" y="2381"/>
                  <a:pt x="66675" y="2381"/>
                </a:cubicBezTo>
                <a:cubicBezTo>
                  <a:pt x="46961" y="2381"/>
                  <a:pt x="30956" y="18386"/>
                  <a:pt x="30956" y="38100"/>
                </a:cubicBezTo>
                <a:cubicBezTo>
                  <a:pt x="30956" y="57814"/>
                  <a:pt x="46961" y="73819"/>
                  <a:pt x="66675" y="73819"/>
                </a:cubicBezTo>
                <a:close/>
                <a:moveTo>
                  <a:pt x="57835" y="90488"/>
                </a:moveTo>
                <a:cubicBezTo>
                  <a:pt x="28515" y="90488"/>
                  <a:pt x="4763" y="114240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119747" y="152400"/>
                </a:lnTo>
                <a:cubicBezTo>
                  <a:pt x="124629" y="152400"/>
                  <a:pt x="128588" y="148441"/>
                  <a:pt x="128588" y="143560"/>
                </a:cubicBezTo>
                <a:cubicBezTo>
                  <a:pt x="128588" y="114240"/>
                  <a:pt x="104835" y="90488"/>
                  <a:pt x="75515" y="90488"/>
                </a:cubicBezTo>
                <a:lnTo>
                  <a:pt x="57835" y="90488"/>
                </a:ln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45280" y="4023360"/>
            <a:ext cx="590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Student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878580" y="4328160"/>
            <a:ext cx="29527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Self-service access - view profile, grades, ECA, update personal information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265670" y="1261110"/>
            <a:ext cx="4427220" cy="4160520"/>
          </a:xfrm>
          <a:custGeom>
            <a:avLst/>
            <a:gdLst/>
            <a:ahLst/>
            <a:cxnLst/>
            <a:rect l="l" t="t" r="r" b="b"/>
            <a:pathLst>
              <a:path w="4427220" h="4160520">
                <a:moveTo>
                  <a:pt x="76221" y="0"/>
                </a:moveTo>
                <a:lnTo>
                  <a:pt x="4350999" y="0"/>
                </a:lnTo>
                <a:cubicBezTo>
                  <a:pt x="4393095" y="0"/>
                  <a:pt x="4427220" y="34125"/>
                  <a:pt x="4427220" y="76221"/>
                </a:cubicBezTo>
                <a:lnTo>
                  <a:pt x="4427220" y="4084299"/>
                </a:lnTo>
                <a:cubicBezTo>
                  <a:pt x="4427220" y="4126395"/>
                  <a:pt x="4393095" y="4160520"/>
                  <a:pt x="4350999" y="4160520"/>
                </a:cubicBezTo>
                <a:lnTo>
                  <a:pt x="76221" y="4160520"/>
                </a:lnTo>
                <a:cubicBezTo>
                  <a:pt x="34125" y="4160520"/>
                  <a:pt x="0" y="4126395"/>
                  <a:pt x="0" y="4084299"/>
                </a:cubicBezTo>
                <a:lnTo>
                  <a:pt x="0" y="76221"/>
                </a:lnTo>
                <a:cubicBezTo>
                  <a:pt x="0" y="34153"/>
                  <a:pt x="34153" y="0"/>
                  <a:pt x="76221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457599" y="145542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660005" y="1417320"/>
            <a:ext cx="3971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Data Storage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421880" y="179832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All data stored in </a:t>
            </a: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4 plain text files</a:t>
            </a: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 using CSV format: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440930" y="2141220"/>
            <a:ext cx="4095750" cy="723900"/>
          </a:xfrm>
          <a:custGeom>
            <a:avLst/>
            <a:gdLst/>
            <a:ahLst/>
            <a:cxnLst/>
            <a:rect l="l" t="t" r="r" b="b"/>
            <a:pathLst>
              <a:path w="4095750" h="723900">
                <a:moveTo>
                  <a:pt x="38099" y="0"/>
                </a:moveTo>
                <a:lnTo>
                  <a:pt x="4057651" y="0"/>
                </a:lnTo>
                <a:cubicBezTo>
                  <a:pt x="4078678" y="0"/>
                  <a:pt x="4095750" y="17072"/>
                  <a:pt x="4095750" y="38099"/>
                </a:cubicBezTo>
                <a:lnTo>
                  <a:pt x="4095750" y="685801"/>
                </a:lnTo>
                <a:cubicBezTo>
                  <a:pt x="4095750" y="706828"/>
                  <a:pt x="4078678" y="723900"/>
                  <a:pt x="4057651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1A2332">
              <a:alpha val="50196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440930" y="2141220"/>
            <a:ext cx="38100" cy="723900"/>
          </a:xfrm>
          <a:custGeom>
            <a:avLst/>
            <a:gdLst/>
            <a:ahLst/>
            <a:cxnLst/>
            <a:rect l="l" t="t" r="r" b="b"/>
            <a:pathLst>
              <a:path w="38100" h="7239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574280" y="2255520"/>
            <a:ext cx="6381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users.txt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1269981" y="229362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35719" y="76200"/>
                </a:moveTo>
                <a:cubicBezTo>
                  <a:pt x="31760" y="76200"/>
                  <a:pt x="28575" y="79385"/>
                  <a:pt x="28575" y="83344"/>
                </a:cubicBezTo>
                <a:cubicBezTo>
                  <a:pt x="28575" y="87303"/>
                  <a:pt x="31760" y="90488"/>
                  <a:pt x="35719" y="90488"/>
                </a:cubicBezTo>
                <a:lnTo>
                  <a:pt x="78581" y="90488"/>
                </a:lnTo>
                <a:cubicBezTo>
                  <a:pt x="82540" y="90488"/>
                  <a:pt x="85725" y="87303"/>
                  <a:pt x="85725" y="83344"/>
                </a:cubicBezTo>
                <a:cubicBezTo>
                  <a:pt x="85725" y="79385"/>
                  <a:pt x="82540" y="76200"/>
                  <a:pt x="78581" y="76200"/>
                </a:cubicBezTo>
                <a:lnTo>
                  <a:pt x="35719" y="76200"/>
                </a:lnTo>
                <a:close/>
                <a:moveTo>
                  <a:pt x="35719" y="104775"/>
                </a:moveTo>
                <a:cubicBezTo>
                  <a:pt x="31760" y="104775"/>
                  <a:pt x="28575" y="107960"/>
                  <a:pt x="28575" y="111919"/>
                </a:cubicBezTo>
                <a:cubicBezTo>
                  <a:pt x="28575" y="115878"/>
                  <a:pt x="31760" y="119062"/>
                  <a:pt x="35719" y="119062"/>
                </a:cubicBezTo>
                <a:lnTo>
                  <a:pt x="78581" y="119062"/>
                </a:lnTo>
                <a:cubicBezTo>
                  <a:pt x="82540" y="119062"/>
                  <a:pt x="85725" y="115878"/>
                  <a:pt x="85725" y="111919"/>
                </a:cubicBezTo>
                <a:cubicBezTo>
                  <a:pt x="85725" y="107960"/>
                  <a:pt x="82540" y="104775"/>
                  <a:pt x="78581" y="104775"/>
                </a:cubicBezTo>
                <a:lnTo>
                  <a:pt x="35719" y="104775"/>
                </a:lnTo>
                <a:close/>
              </a:path>
            </a:pathLst>
          </a:custGeom>
          <a:solidFill>
            <a:srgbClr val="788A9C"/>
          </a:solidFill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574280" y="2522220"/>
            <a:ext cx="3924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Student ID, name, role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440930" y="2941320"/>
            <a:ext cx="4095750" cy="723900"/>
          </a:xfrm>
          <a:custGeom>
            <a:avLst/>
            <a:gdLst/>
            <a:ahLst/>
            <a:cxnLst/>
            <a:rect l="l" t="t" r="r" b="b"/>
            <a:pathLst>
              <a:path w="4095750" h="723900">
                <a:moveTo>
                  <a:pt x="38099" y="0"/>
                </a:moveTo>
                <a:lnTo>
                  <a:pt x="4057651" y="0"/>
                </a:lnTo>
                <a:cubicBezTo>
                  <a:pt x="4078678" y="0"/>
                  <a:pt x="4095750" y="17072"/>
                  <a:pt x="4095750" y="38099"/>
                </a:cubicBezTo>
                <a:lnTo>
                  <a:pt x="4095750" y="685801"/>
                </a:lnTo>
                <a:cubicBezTo>
                  <a:pt x="4095750" y="706828"/>
                  <a:pt x="4078678" y="723900"/>
                  <a:pt x="4057651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1A2332">
              <a:alpha val="50196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440930" y="2941320"/>
            <a:ext cx="38100" cy="723900"/>
          </a:xfrm>
          <a:custGeom>
            <a:avLst/>
            <a:gdLst/>
            <a:ahLst/>
            <a:cxnLst/>
            <a:rect l="l" t="t" r="r" b="b"/>
            <a:pathLst>
              <a:path w="38100" h="7239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574280" y="3055620"/>
            <a:ext cx="10001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passwords.txt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1269981" y="309372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38100" y="28575"/>
                </a:moveTo>
                <a:lnTo>
                  <a:pt x="38100" y="47625"/>
                </a:lnTo>
                <a:lnTo>
                  <a:pt x="76200" y="47625"/>
                </a:lnTo>
                <a:lnTo>
                  <a:pt x="76200" y="28575"/>
                </a:lnTo>
                <a:cubicBezTo>
                  <a:pt x="76200" y="18068"/>
                  <a:pt x="67657" y="9525"/>
                  <a:pt x="57150" y="9525"/>
                </a:cubicBezTo>
                <a:cubicBezTo>
                  <a:pt x="46643" y="9525"/>
                  <a:pt x="38100" y="18068"/>
                  <a:pt x="38100" y="28575"/>
                </a:cubicBezTo>
                <a:close/>
                <a:moveTo>
                  <a:pt x="19050" y="47625"/>
                </a:moveTo>
                <a:lnTo>
                  <a:pt x="19050" y="28575"/>
                </a:lnTo>
                <a:cubicBezTo>
                  <a:pt x="19050" y="7531"/>
                  <a:pt x="36106" y="-9525"/>
                  <a:pt x="57150" y="-9525"/>
                </a:cubicBezTo>
                <a:cubicBezTo>
                  <a:pt x="78194" y="-9525"/>
                  <a:pt x="95250" y="7531"/>
                  <a:pt x="95250" y="28575"/>
                </a:cubicBezTo>
                <a:lnTo>
                  <a:pt x="95250" y="47625"/>
                </a:lnTo>
                <a:cubicBezTo>
                  <a:pt x="105757" y="47625"/>
                  <a:pt x="114300" y="56168"/>
                  <a:pt x="114300" y="66675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66675"/>
                </a:lnTo>
                <a:cubicBezTo>
                  <a:pt x="0" y="56168"/>
                  <a:pt x="8543" y="47625"/>
                  <a:pt x="19050" y="47625"/>
                </a:cubicBezTo>
                <a:close/>
              </a:path>
            </a:pathLst>
          </a:custGeom>
          <a:solidFill>
            <a:srgbClr val="788A9C"/>
          </a:solidFill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574280" y="3322320"/>
            <a:ext cx="3924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Username, hashed password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440930" y="3741420"/>
            <a:ext cx="4095750" cy="723900"/>
          </a:xfrm>
          <a:custGeom>
            <a:avLst/>
            <a:gdLst/>
            <a:ahLst/>
            <a:cxnLst/>
            <a:rect l="l" t="t" r="r" b="b"/>
            <a:pathLst>
              <a:path w="4095750" h="723900">
                <a:moveTo>
                  <a:pt x="38099" y="0"/>
                </a:moveTo>
                <a:lnTo>
                  <a:pt x="4057651" y="0"/>
                </a:lnTo>
                <a:cubicBezTo>
                  <a:pt x="4078678" y="0"/>
                  <a:pt x="4095750" y="17072"/>
                  <a:pt x="4095750" y="38099"/>
                </a:cubicBezTo>
                <a:lnTo>
                  <a:pt x="4095750" y="685801"/>
                </a:lnTo>
                <a:cubicBezTo>
                  <a:pt x="4095750" y="706828"/>
                  <a:pt x="4078678" y="723900"/>
                  <a:pt x="4057651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1A2332">
              <a:alpha val="50196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7440930" y="3741420"/>
            <a:ext cx="38100" cy="723900"/>
          </a:xfrm>
          <a:custGeom>
            <a:avLst/>
            <a:gdLst/>
            <a:ahLst/>
            <a:cxnLst/>
            <a:rect l="l" t="t" r="r" b="b"/>
            <a:pathLst>
              <a:path w="38100" h="7239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88A9C"/>
          </a:solidFill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574280" y="3855720"/>
            <a:ext cx="723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grades.txt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1250931" y="389382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788A9C"/>
          </a:solidFill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574280" y="4122420"/>
            <a:ext cx="3924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Subject marks per student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440930" y="4541520"/>
            <a:ext cx="4095750" cy="723900"/>
          </a:xfrm>
          <a:custGeom>
            <a:avLst/>
            <a:gdLst/>
            <a:ahLst/>
            <a:cxnLst/>
            <a:rect l="l" t="t" r="r" b="b"/>
            <a:pathLst>
              <a:path w="4095750" h="723900">
                <a:moveTo>
                  <a:pt x="38099" y="0"/>
                </a:moveTo>
                <a:lnTo>
                  <a:pt x="4057651" y="0"/>
                </a:lnTo>
                <a:cubicBezTo>
                  <a:pt x="4078678" y="0"/>
                  <a:pt x="4095750" y="17072"/>
                  <a:pt x="4095750" y="38099"/>
                </a:cubicBezTo>
                <a:lnTo>
                  <a:pt x="4095750" y="685801"/>
                </a:lnTo>
                <a:cubicBezTo>
                  <a:pt x="4095750" y="706828"/>
                  <a:pt x="4078678" y="723900"/>
                  <a:pt x="4057651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1A2332">
              <a:alpha val="50196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440930" y="4541520"/>
            <a:ext cx="38100" cy="723900"/>
          </a:xfrm>
          <a:custGeom>
            <a:avLst/>
            <a:gdLst/>
            <a:ahLst/>
            <a:cxnLst/>
            <a:rect l="l" t="t" r="r" b="b"/>
            <a:pathLst>
              <a:path w="38100" h="7239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574280" y="4655820"/>
            <a:ext cx="514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eca.txt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1260456" y="469392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6349" y="-9525"/>
                </a:moveTo>
                <a:cubicBezTo>
                  <a:pt x="85549" y="-9525"/>
                  <a:pt x="93018" y="-2056"/>
                  <a:pt x="93018" y="7144"/>
                </a:cubicBezTo>
                <a:cubicBezTo>
                  <a:pt x="93018" y="16343"/>
                  <a:pt x="85549" y="23813"/>
                  <a:pt x="76349" y="23813"/>
                </a:cubicBezTo>
                <a:cubicBezTo>
                  <a:pt x="67149" y="23813"/>
                  <a:pt x="59680" y="16343"/>
                  <a:pt x="59680" y="7144"/>
                </a:cubicBezTo>
                <a:cubicBezTo>
                  <a:pt x="59680" y="-2056"/>
                  <a:pt x="67149" y="-9525"/>
                  <a:pt x="76349" y="-9525"/>
                </a:cubicBezTo>
                <a:close/>
                <a:moveTo>
                  <a:pt x="36790" y="52388"/>
                </a:moveTo>
                <a:cubicBezTo>
                  <a:pt x="35808" y="52388"/>
                  <a:pt x="34945" y="52983"/>
                  <a:pt x="34588" y="53876"/>
                </a:cubicBezTo>
                <a:lnTo>
                  <a:pt x="28039" y="70217"/>
                </a:lnTo>
                <a:cubicBezTo>
                  <a:pt x="26075" y="75099"/>
                  <a:pt x="20538" y="77480"/>
                  <a:pt x="15657" y="75515"/>
                </a:cubicBezTo>
                <a:cubicBezTo>
                  <a:pt x="10775" y="73551"/>
                  <a:pt x="8394" y="68014"/>
                  <a:pt x="10358" y="63133"/>
                </a:cubicBezTo>
                <a:lnTo>
                  <a:pt x="16877" y="46792"/>
                </a:lnTo>
                <a:cubicBezTo>
                  <a:pt x="20151" y="38666"/>
                  <a:pt x="28009" y="33338"/>
                  <a:pt x="36790" y="33338"/>
                </a:cubicBezTo>
                <a:lnTo>
                  <a:pt x="65752" y="33338"/>
                </a:lnTo>
                <a:cubicBezTo>
                  <a:pt x="74235" y="33338"/>
                  <a:pt x="82064" y="37832"/>
                  <a:pt x="86320" y="45154"/>
                </a:cubicBezTo>
                <a:lnTo>
                  <a:pt x="96083" y="61912"/>
                </a:lnTo>
                <a:lnTo>
                  <a:pt x="114419" y="61912"/>
                </a:lnTo>
                <a:cubicBezTo>
                  <a:pt x="119688" y="61912"/>
                  <a:pt x="123944" y="66169"/>
                  <a:pt x="123944" y="71438"/>
                </a:cubicBezTo>
                <a:cubicBezTo>
                  <a:pt x="123944" y="76706"/>
                  <a:pt x="119688" y="80962"/>
                  <a:pt x="114419" y="80962"/>
                </a:cubicBezTo>
                <a:lnTo>
                  <a:pt x="96083" y="80962"/>
                </a:lnTo>
                <a:cubicBezTo>
                  <a:pt x="89297" y="80962"/>
                  <a:pt x="83046" y="77361"/>
                  <a:pt x="79623" y="71497"/>
                </a:cubicBezTo>
                <a:lnTo>
                  <a:pt x="76646" y="66407"/>
                </a:lnTo>
                <a:lnTo>
                  <a:pt x="70485" y="87362"/>
                </a:lnTo>
                <a:lnTo>
                  <a:pt x="92928" y="94089"/>
                </a:lnTo>
                <a:cubicBezTo>
                  <a:pt x="101173" y="96560"/>
                  <a:pt x="105370" y="105698"/>
                  <a:pt x="101888" y="113586"/>
                </a:cubicBezTo>
                <a:lnTo>
                  <a:pt x="85040" y="151507"/>
                </a:lnTo>
                <a:cubicBezTo>
                  <a:pt x="82897" y="156329"/>
                  <a:pt x="77272" y="158472"/>
                  <a:pt x="72479" y="156329"/>
                </a:cubicBezTo>
                <a:cubicBezTo>
                  <a:pt x="67687" y="154186"/>
                  <a:pt x="65514" y="148560"/>
                  <a:pt x="67657" y="143768"/>
                </a:cubicBezTo>
                <a:lnTo>
                  <a:pt x="82302" y="110788"/>
                </a:lnTo>
                <a:lnTo>
                  <a:pt x="53757" y="102215"/>
                </a:lnTo>
                <a:cubicBezTo>
                  <a:pt x="44023" y="99298"/>
                  <a:pt x="38279" y="89208"/>
                  <a:pt x="40749" y="79355"/>
                </a:cubicBezTo>
                <a:lnTo>
                  <a:pt x="47506" y="52388"/>
                </a:lnTo>
                <a:lnTo>
                  <a:pt x="36820" y="52388"/>
                </a:lnTo>
                <a:close/>
                <a:moveTo>
                  <a:pt x="34409" y="106263"/>
                </a:moveTo>
                <a:cubicBezTo>
                  <a:pt x="38368" y="110698"/>
                  <a:pt x="43547" y="114092"/>
                  <a:pt x="49649" y="115907"/>
                </a:cubicBezTo>
                <a:lnTo>
                  <a:pt x="51048" y="116324"/>
                </a:lnTo>
                <a:lnTo>
                  <a:pt x="48994" y="122069"/>
                </a:lnTo>
                <a:cubicBezTo>
                  <a:pt x="47268" y="126921"/>
                  <a:pt x="44232" y="131237"/>
                  <a:pt x="40273" y="134511"/>
                </a:cubicBezTo>
                <a:lnTo>
                  <a:pt x="15746" y="154722"/>
                </a:lnTo>
                <a:cubicBezTo>
                  <a:pt x="11698" y="158055"/>
                  <a:pt x="5685" y="157490"/>
                  <a:pt x="2351" y="153442"/>
                </a:cubicBezTo>
                <a:cubicBezTo>
                  <a:pt x="-982" y="149394"/>
                  <a:pt x="-417" y="143381"/>
                  <a:pt x="3631" y="140047"/>
                </a:cubicBezTo>
                <a:lnTo>
                  <a:pt x="28158" y="119836"/>
                </a:lnTo>
                <a:cubicBezTo>
                  <a:pt x="29498" y="118735"/>
                  <a:pt x="30480" y="117306"/>
                  <a:pt x="31075" y="115699"/>
                </a:cubicBezTo>
                <a:lnTo>
                  <a:pt x="34409" y="106263"/>
                </a:lnTo>
                <a:close/>
              </a:path>
            </a:pathLst>
          </a:custGeom>
          <a:solidFill>
            <a:srgbClr val="788A9C"/>
          </a:solidFill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574280" y="4922520"/>
            <a:ext cx="3924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ECA activities per student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265670" y="5543551"/>
            <a:ext cx="4427220" cy="731520"/>
          </a:xfrm>
          <a:custGeom>
            <a:avLst/>
            <a:gdLst/>
            <a:ahLst/>
            <a:cxnLst/>
            <a:rect l="l" t="t" r="r" b="b"/>
            <a:pathLst>
              <a:path w="4427220" h="731520">
                <a:moveTo>
                  <a:pt x="76202" y="0"/>
                </a:moveTo>
                <a:lnTo>
                  <a:pt x="4351018" y="0"/>
                </a:lnTo>
                <a:cubicBezTo>
                  <a:pt x="4393103" y="0"/>
                  <a:pt x="4427220" y="34117"/>
                  <a:pt x="4427220" y="76202"/>
                </a:cubicBezTo>
                <a:lnTo>
                  <a:pt x="4427220" y="655318"/>
                </a:lnTo>
                <a:cubicBezTo>
                  <a:pt x="4427220" y="697403"/>
                  <a:pt x="4393103" y="731520"/>
                  <a:pt x="4351018" y="731520"/>
                </a:cubicBezTo>
                <a:lnTo>
                  <a:pt x="76202" y="731520"/>
                </a:lnTo>
                <a:cubicBezTo>
                  <a:pt x="34117" y="731520"/>
                  <a:pt x="0" y="697403"/>
                  <a:pt x="0" y="65531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4E">
                  <a:alpha val="20000"/>
                </a:srgbClr>
              </a:gs>
              <a:gs pos="100000">
                <a:srgbClr val="4A6C8C">
                  <a:alpha val="20000"/>
                </a:srgbClr>
              </a:gs>
            </a:gsLst>
            <a:lin ang="2700000" scaled="1"/>
          </a:gradFill>
          <a:ln w="10160">
            <a:solidFill>
              <a:srgbClr val="D4A24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7421880" y="574929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61092" y="536"/>
                </a:moveTo>
                <a:cubicBezTo>
                  <a:pt x="153501" y="-1652"/>
                  <a:pt x="145599" y="2768"/>
                  <a:pt x="143411" y="10358"/>
                </a:cubicBezTo>
                <a:lnTo>
                  <a:pt x="86261" y="210383"/>
                </a:lnTo>
                <a:cubicBezTo>
                  <a:pt x="84073" y="217974"/>
                  <a:pt x="88493" y="225876"/>
                  <a:pt x="96083" y="228064"/>
                </a:cubicBezTo>
                <a:cubicBezTo>
                  <a:pt x="103674" y="230252"/>
                  <a:pt x="111576" y="225832"/>
                  <a:pt x="113764" y="218242"/>
                </a:cubicBezTo>
                <a:lnTo>
                  <a:pt x="170914" y="18217"/>
                </a:lnTo>
                <a:cubicBezTo>
                  <a:pt x="173102" y="10626"/>
                  <a:pt x="168682" y="2724"/>
                  <a:pt x="161092" y="536"/>
                </a:cubicBezTo>
                <a:close/>
                <a:moveTo>
                  <a:pt x="189934" y="61302"/>
                </a:moveTo>
                <a:cubicBezTo>
                  <a:pt x="184353" y="66883"/>
                  <a:pt x="184353" y="75947"/>
                  <a:pt x="189934" y="81528"/>
                </a:cubicBezTo>
                <a:lnTo>
                  <a:pt x="222706" y="114300"/>
                </a:lnTo>
                <a:lnTo>
                  <a:pt x="189934" y="147072"/>
                </a:lnTo>
                <a:cubicBezTo>
                  <a:pt x="184353" y="152653"/>
                  <a:pt x="184353" y="161717"/>
                  <a:pt x="189934" y="167298"/>
                </a:cubicBezTo>
                <a:cubicBezTo>
                  <a:pt x="195516" y="172879"/>
                  <a:pt x="204579" y="172879"/>
                  <a:pt x="210160" y="167298"/>
                </a:cubicBezTo>
                <a:lnTo>
                  <a:pt x="253023" y="124435"/>
                </a:lnTo>
                <a:cubicBezTo>
                  <a:pt x="258604" y="118854"/>
                  <a:pt x="258604" y="109791"/>
                  <a:pt x="253023" y="104209"/>
                </a:cubicBezTo>
                <a:lnTo>
                  <a:pt x="210160" y="61347"/>
                </a:lnTo>
                <a:cubicBezTo>
                  <a:pt x="204579" y="55766"/>
                  <a:pt x="195516" y="55766"/>
                  <a:pt x="189934" y="61347"/>
                </a:cubicBezTo>
                <a:close/>
                <a:moveTo>
                  <a:pt x="67285" y="61302"/>
                </a:moveTo>
                <a:cubicBezTo>
                  <a:pt x="61704" y="55721"/>
                  <a:pt x="52641" y="55721"/>
                  <a:pt x="47059" y="61302"/>
                </a:cubicBezTo>
                <a:lnTo>
                  <a:pt x="4197" y="104165"/>
                </a:lnTo>
                <a:cubicBezTo>
                  <a:pt x="-1384" y="109746"/>
                  <a:pt x="-1384" y="118809"/>
                  <a:pt x="4197" y="124391"/>
                </a:cubicBezTo>
                <a:lnTo>
                  <a:pt x="47059" y="167253"/>
                </a:lnTo>
                <a:cubicBezTo>
                  <a:pt x="52641" y="172834"/>
                  <a:pt x="61704" y="172834"/>
                  <a:pt x="67285" y="167253"/>
                </a:cubicBezTo>
                <a:cubicBezTo>
                  <a:pt x="72866" y="161672"/>
                  <a:pt x="72866" y="152608"/>
                  <a:pt x="67285" y="147027"/>
                </a:cubicBezTo>
                <a:lnTo>
                  <a:pt x="34513" y="114300"/>
                </a:lnTo>
                <a:lnTo>
                  <a:pt x="67241" y="81528"/>
                </a:lnTo>
                <a:cubicBezTo>
                  <a:pt x="72822" y="75947"/>
                  <a:pt x="72822" y="66883"/>
                  <a:pt x="67241" y="61302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807642" y="5615940"/>
            <a:ext cx="33242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807642" y="5844540"/>
            <a:ext cx="3333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Python • File I/O • OOP • matplotlib • numpy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266700" y="6282690"/>
            <a:ext cx="11430000" cy="7620"/>
          </a:xfrm>
          <a:custGeom>
            <a:avLst/>
            <a:gdLst/>
            <a:ahLst/>
            <a:cxnLst/>
            <a:rect l="l" t="t" r="r" b="b"/>
            <a:pathLst>
              <a:path w="11430000" h="7620">
                <a:moveTo>
                  <a:pt x="0" y="0"/>
                </a:moveTo>
                <a:lnTo>
                  <a:pt x="11430000" y="0"/>
                </a:lnTo>
                <a:lnTo>
                  <a:pt x="114300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968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2250" y="386180"/>
            <a:ext cx="1162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D4A24E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02 - System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22250" y="640180"/>
            <a:ext cx="117475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Object-Oriented Design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2250" y="1116430"/>
            <a:ext cx="889000" cy="31750"/>
          </a:xfrm>
          <a:custGeom>
            <a:avLst/>
            <a:gdLst/>
            <a:ahLst/>
            <a:cxnLst/>
            <a:rect l="l" t="t" r="r" b="b"/>
            <a:pathLst>
              <a:path w="889000" h="31750">
                <a:moveTo>
                  <a:pt x="0" y="0"/>
                </a:moveTo>
                <a:lnTo>
                  <a:pt x="889000" y="0"/>
                </a:lnTo>
                <a:lnTo>
                  <a:pt x="889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5425" y="1246605"/>
            <a:ext cx="5673725" cy="3800475"/>
          </a:xfrm>
          <a:custGeom>
            <a:avLst/>
            <a:gdLst/>
            <a:ahLst/>
            <a:cxnLst/>
            <a:rect l="l" t="t" r="r" b="b"/>
            <a:pathLst>
              <a:path w="5673725" h="3800475">
                <a:moveTo>
                  <a:pt x="63506" y="0"/>
                </a:moveTo>
                <a:lnTo>
                  <a:pt x="5610219" y="0"/>
                </a:lnTo>
                <a:cubicBezTo>
                  <a:pt x="5645292" y="0"/>
                  <a:pt x="5673725" y="28433"/>
                  <a:pt x="5673725" y="63506"/>
                </a:cubicBezTo>
                <a:lnTo>
                  <a:pt x="5673725" y="3736969"/>
                </a:lnTo>
                <a:cubicBezTo>
                  <a:pt x="5673725" y="3772042"/>
                  <a:pt x="5645292" y="3800475"/>
                  <a:pt x="5610219" y="3800475"/>
                </a:cubicBezTo>
                <a:lnTo>
                  <a:pt x="63506" y="3800475"/>
                </a:lnTo>
                <a:cubicBezTo>
                  <a:pt x="28433" y="3800475"/>
                  <a:pt x="0" y="3772042"/>
                  <a:pt x="0" y="3736969"/>
                </a:cubicBezTo>
                <a:lnTo>
                  <a:pt x="0" y="63506"/>
                </a:lnTo>
                <a:cubicBezTo>
                  <a:pt x="0" y="28456"/>
                  <a:pt x="28456" y="0"/>
                  <a:pt x="63506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162" y="144018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1438" y="23812"/>
                </a:moveTo>
                <a:cubicBezTo>
                  <a:pt x="71438" y="17227"/>
                  <a:pt x="76758" y="11906"/>
                  <a:pt x="83344" y="11906"/>
                </a:cubicBezTo>
                <a:lnTo>
                  <a:pt x="107156" y="11906"/>
                </a:lnTo>
                <a:cubicBezTo>
                  <a:pt x="113742" y="11906"/>
                  <a:pt x="119063" y="17227"/>
                  <a:pt x="119063" y="23812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104180" y="59531"/>
                </a:lnTo>
                <a:lnTo>
                  <a:pt x="104180" y="83344"/>
                </a:lnTo>
                <a:lnTo>
                  <a:pt x="148828" y="83344"/>
                </a:lnTo>
                <a:cubicBezTo>
                  <a:pt x="163637" y="83344"/>
                  <a:pt x="175617" y="95324"/>
                  <a:pt x="175617" y="110133"/>
                </a:cubicBezTo>
                <a:lnTo>
                  <a:pt x="175617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54781" y="178594"/>
                </a:lnTo>
                <a:cubicBezTo>
                  <a:pt x="148196" y="178594"/>
                  <a:pt x="142875" y="173273"/>
                  <a:pt x="142875" y="166688"/>
                </a:cubicBezTo>
                <a:lnTo>
                  <a:pt x="142875" y="142875"/>
                </a:lnTo>
                <a:cubicBezTo>
                  <a:pt x="142875" y="136289"/>
                  <a:pt x="148196" y="130969"/>
                  <a:pt x="154781" y="130969"/>
                </a:cubicBezTo>
                <a:lnTo>
                  <a:pt x="157758" y="130969"/>
                </a:lnTo>
                <a:lnTo>
                  <a:pt x="157758" y="110133"/>
                </a:lnTo>
                <a:cubicBezTo>
                  <a:pt x="157758" y="105184"/>
                  <a:pt x="153777" y="101203"/>
                  <a:pt x="148828" y="101203"/>
                </a:cubicBezTo>
                <a:lnTo>
                  <a:pt x="104180" y="101203"/>
                </a:lnTo>
                <a:lnTo>
                  <a:pt x="104180" y="130969"/>
                </a:lnTo>
                <a:lnTo>
                  <a:pt x="107156" y="130969"/>
                </a:lnTo>
                <a:cubicBezTo>
                  <a:pt x="113742" y="130969"/>
                  <a:pt x="119063" y="136289"/>
                  <a:pt x="119063" y="142875"/>
                </a:cubicBezTo>
                <a:lnTo>
                  <a:pt x="119063" y="166688"/>
                </a:lnTo>
                <a:cubicBezTo>
                  <a:pt x="119063" y="173273"/>
                  <a:pt x="113742" y="178594"/>
                  <a:pt x="107156" y="178594"/>
                </a:cubicBezTo>
                <a:lnTo>
                  <a:pt x="83344" y="178594"/>
                </a:lnTo>
                <a:cubicBezTo>
                  <a:pt x="76758" y="178594"/>
                  <a:pt x="71438" y="173273"/>
                  <a:pt x="71438" y="166688"/>
                </a:cubicBezTo>
                <a:lnTo>
                  <a:pt x="71438" y="142875"/>
                </a:lnTo>
                <a:cubicBezTo>
                  <a:pt x="71438" y="136289"/>
                  <a:pt x="76758" y="130969"/>
                  <a:pt x="83344" y="130969"/>
                </a:cubicBezTo>
                <a:lnTo>
                  <a:pt x="86320" y="130969"/>
                </a:lnTo>
                <a:lnTo>
                  <a:pt x="86320" y="101203"/>
                </a:lnTo>
                <a:lnTo>
                  <a:pt x="41672" y="101203"/>
                </a:lnTo>
                <a:cubicBezTo>
                  <a:pt x="36723" y="101203"/>
                  <a:pt x="32742" y="105184"/>
                  <a:pt x="32742" y="110133"/>
                </a:cubicBezTo>
                <a:lnTo>
                  <a:pt x="32742" y="130969"/>
                </a:lnTo>
                <a:lnTo>
                  <a:pt x="35719" y="130969"/>
                </a:lnTo>
                <a:cubicBezTo>
                  <a:pt x="42304" y="130969"/>
                  <a:pt x="47625" y="136289"/>
                  <a:pt x="47625" y="142875"/>
                </a:cubicBezTo>
                <a:lnTo>
                  <a:pt x="47625" y="166688"/>
                </a:lnTo>
                <a:cubicBezTo>
                  <a:pt x="47625" y="173273"/>
                  <a:pt x="42304" y="178594"/>
                  <a:pt x="35719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42875"/>
                </a:lnTo>
                <a:cubicBezTo>
                  <a:pt x="0" y="136289"/>
                  <a:pt x="5321" y="130969"/>
                  <a:pt x="11906" y="130969"/>
                </a:cubicBezTo>
                <a:lnTo>
                  <a:pt x="14883" y="130969"/>
                </a:lnTo>
                <a:lnTo>
                  <a:pt x="14883" y="110133"/>
                </a:lnTo>
                <a:cubicBezTo>
                  <a:pt x="14883" y="95324"/>
                  <a:pt x="26863" y="83344"/>
                  <a:pt x="41672" y="83344"/>
                </a:cubicBezTo>
                <a:lnTo>
                  <a:pt x="86320" y="83344"/>
                </a:lnTo>
                <a:lnTo>
                  <a:pt x="86320" y="59531"/>
                </a:lnTo>
                <a:lnTo>
                  <a:pt x="83344" y="59531"/>
                </a:lnTo>
                <a:cubicBezTo>
                  <a:pt x="76758" y="59531"/>
                  <a:pt x="71438" y="54211"/>
                  <a:pt x="71438" y="47625"/>
                </a:cubicBezTo>
                <a:lnTo>
                  <a:pt x="71438" y="23812"/>
                </a:ln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5475" y="1408530"/>
            <a:ext cx="5207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Class Hierarchy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93700" y="1795782"/>
            <a:ext cx="5338762" cy="1060450"/>
          </a:xfrm>
          <a:custGeom>
            <a:avLst/>
            <a:gdLst/>
            <a:ahLst/>
            <a:cxnLst/>
            <a:rect l="l" t="t" r="r" b="b"/>
            <a:pathLst>
              <a:path w="5338762" h="1060450">
                <a:moveTo>
                  <a:pt x="63500" y="0"/>
                </a:moveTo>
                <a:lnTo>
                  <a:pt x="5275263" y="0"/>
                </a:lnTo>
                <a:cubicBezTo>
                  <a:pt x="5310333" y="0"/>
                  <a:pt x="5338762" y="28430"/>
                  <a:pt x="5338762" y="63500"/>
                </a:cubicBezTo>
                <a:lnTo>
                  <a:pt x="5338762" y="996950"/>
                </a:lnTo>
                <a:cubicBezTo>
                  <a:pt x="5338762" y="1032020"/>
                  <a:pt x="5310333" y="1060450"/>
                  <a:pt x="5275263" y="1060450"/>
                </a:cubicBezTo>
                <a:lnTo>
                  <a:pt x="63500" y="1060450"/>
                </a:lnTo>
                <a:cubicBezTo>
                  <a:pt x="28430" y="1060450"/>
                  <a:pt x="0" y="1032020"/>
                  <a:pt x="0" y="99695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4E">
                  <a:alpha val="20000"/>
                </a:srgbClr>
              </a:gs>
              <a:gs pos="100000">
                <a:srgbClr val="D4A24E">
                  <a:alpha val="5000"/>
                </a:srgbClr>
              </a:gs>
            </a:gsLst>
            <a:lin ang="0" scaled="1"/>
          </a:gradFill>
          <a:ln w="20320">
            <a:solidFill>
              <a:srgbClr val="D4A2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27050" y="192913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30238" y="202438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55563" y="61516"/>
                </a:moveTo>
                <a:cubicBezTo>
                  <a:pt x="71991" y="61516"/>
                  <a:pt x="85328" y="48178"/>
                  <a:pt x="85328" y="31750"/>
                </a:cubicBezTo>
                <a:cubicBezTo>
                  <a:pt x="85328" y="15322"/>
                  <a:pt x="71991" y="1984"/>
                  <a:pt x="55563" y="1984"/>
                </a:cubicBezTo>
                <a:cubicBezTo>
                  <a:pt x="39134" y="1984"/>
                  <a:pt x="25797" y="15322"/>
                  <a:pt x="25797" y="31750"/>
                </a:cubicBezTo>
                <a:cubicBezTo>
                  <a:pt x="25797" y="48178"/>
                  <a:pt x="39134" y="61516"/>
                  <a:pt x="55562" y="61516"/>
                </a:cubicBezTo>
                <a:close/>
                <a:moveTo>
                  <a:pt x="48196" y="75406"/>
                </a:moveTo>
                <a:cubicBezTo>
                  <a:pt x="23763" y="75406"/>
                  <a:pt x="3969" y="95200"/>
                  <a:pt x="3969" y="119633"/>
                </a:cubicBezTo>
                <a:cubicBezTo>
                  <a:pt x="3969" y="123701"/>
                  <a:pt x="7268" y="127000"/>
                  <a:pt x="11336" y="127000"/>
                </a:cubicBezTo>
                <a:lnTo>
                  <a:pt x="99789" y="127000"/>
                </a:lnTo>
                <a:cubicBezTo>
                  <a:pt x="103857" y="127000"/>
                  <a:pt x="107156" y="123701"/>
                  <a:pt x="107156" y="119633"/>
                </a:cubicBezTo>
                <a:cubicBezTo>
                  <a:pt x="107156" y="95200"/>
                  <a:pt x="87362" y="75406"/>
                  <a:pt x="62929" y="75406"/>
                </a:cubicBezTo>
                <a:lnTo>
                  <a:pt x="48196" y="75406"/>
                </a:lnTo>
                <a:close/>
              </a:path>
            </a:pathLst>
          </a:custGeom>
          <a:solidFill>
            <a:srgbClr val="1A2332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39800" y="1976755"/>
            <a:ext cx="114300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User </a:t>
            </a:r>
            <a:r>
              <a:rPr lang="en-US" sz="1000" dirty="0">
                <a:solidFill>
                  <a:srgbClr val="788A9C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(Base Class)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7050" y="2310130"/>
            <a:ext cx="2555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Attributes: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7050" y="2532380"/>
            <a:ext cx="2555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user_id, name, role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111500" y="2310130"/>
            <a:ext cx="2555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Methods: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111500" y="2532380"/>
            <a:ext cx="2555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show_profile(), update_profile()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93700" y="2964181"/>
            <a:ext cx="2616200" cy="1917700"/>
          </a:xfrm>
          <a:custGeom>
            <a:avLst/>
            <a:gdLst/>
            <a:ahLst/>
            <a:cxnLst/>
            <a:rect l="l" t="t" r="r" b="b"/>
            <a:pathLst>
              <a:path w="2616200" h="1917700">
                <a:moveTo>
                  <a:pt x="63495" y="0"/>
                </a:moveTo>
                <a:lnTo>
                  <a:pt x="2552705" y="0"/>
                </a:lnTo>
                <a:cubicBezTo>
                  <a:pt x="2587772" y="0"/>
                  <a:pt x="2616200" y="28428"/>
                  <a:pt x="2616200" y="63495"/>
                </a:cubicBezTo>
                <a:lnTo>
                  <a:pt x="2616200" y="1854205"/>
                </a:lnTo>
                <a:cubicBezTo>
                  <a:pt x="2616200" y="1889272"/>
                  <a:pt x="2587772" y="1917700"/>
                  <a:pt x="2552705" y="1917700"/>
                </a:cubicBezTo>
                <a:lnTo>
                  <a:pt x="63495" y="1917700"/>
                </a:lnTo>
                <a:cubicBezTo>
                  <a:pt x="28428" y="1917700"/>
                  <a:pt x="0" y="1889272"/>
                  <a:pt x="0" y="1854205"/>
                </a:cubicBezTo>
                <a:lnTo>
                  <a:pt x="0" y="63495"/>
                </a:lnTo>
                <a:cubicBezTo>
                  <a:pt x="0" y="28451"/>
                  <a:pt x="28451" y="0"/>
                  <a:pt x="6349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30000"/>
                </a:srgbClr>
              </a:gs>
              <a:gs pos="100000">
                <a:srgbClr val="4A6C8C">
                  <a:alpha val="10000"/>
                </a:srgbClr>
              </a:gs>
            </a:gsLst>
            <a:lin ang="0" scaled="1"/>
          </a:gradFill>
          <a:ln w="20320">
            <a:solidFill>
              <a:srgbClr val="4A6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27050" y="3097532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7417" y="3168969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52372" y="-2822"/>
                </a:moveTo>
                <a:cubicBezTo>
                  <a:pt x="49898" y="-3321"/>
                  <a:pt x="47358" y="-3321"/>
                  <a:pt x="44884" y="-2822"/>
                </a:cubicBezTo>
                <a:lnTo>
                  <a:pt x="4189" y="5318"/>
                </a:lnTo>
                <a:cubicBezTo>
                  <a:pt x="1758" y="5795"/>
                  <a:pt x="0" y="7944"/>
                  <a:pt x="0" y="10418"/>
                </a:cubicBezTo>
                <a:cubicBezTo>
                  <a:pt x="0" y="12653"/>
                  <a:pt x="1411" y="14607"/>
                  <a:pt x="3473" y="15323"/>
                </a:cubicBezTo>
                <a:lnTo>
                  <a:pt x="3473" y="31254"/>
                </a:lnTo>
                <a:lnTo>
                  <a:pt x="65" y="48313"/>
                </a:lnTo>
                <a:cubicBezTo>
                  <a:pt x="22" y="48509"/>
                  <a:pt x="0" y="48726"/>
                  <a:pt x="0" y="48943"/>
                </a:cubicBezTo>
                <a:cubicBezTo>
                  <a:pt x="0" y="50679"/>
                  <a:pt x="1411" y="52112"/>
                  <a:pt x="3169" y="52112"/>
                </a:cubicBezTo>
                <a:lnTo>
                  <a:pt x="10744" y="52112"/>
                </a:lnTo>
                <a:cubicBezTo>
                  <a:pt x="12480" y="52112"/>
                  <a:pt x="13912" y="50701"/>
                  <a:pt x="13912" y="48943"/>
                </a:cubicBezTo>
                <a:cubicBezTo>
                  <a:pt x="13912" y="48726"/>
                  <a:pt x="13891" y="48530"/>
                  <a:pt x="13847" y="48313"/>
                </a:cubicBezTo>
                <a:lnTo>
                  <a:pt x="10418" y="31254"/>
                </a:lnTo>
                <a:lnTo>
                  <a:pt x="10418" y="16777"/>
                </a:lnTo>
                <a:lnTo>
                  <a:pt x="20836" y="18861"/>
                </a:lnTo>
                <a:lnTo>
                  <a:pt x="20836" y="31254"/>
                </a:lnTo>
                <a:cubicBezTo>
                  <a:pt x="20836" y="46599"/>
                  <a:pt x="33272" y="59035"/>
                  <a:pt x="48617" y="59035"/>
                </a:cubicBezTo>
                <a:cubicBezTo>
                  <a:pt x="63962" y="59035"/>
                  <a:pt x="76398" y="46599"/>
                  <a:pt x="76398" y="31254"/>
                </a:cubicBezTo>
                <a:lnTo>
                  <a:pt x="76398" y="18861"/>
                </a:lnTo>
                <a:lnTo>
                  <a:pt x="93045" y="15540"/>
                </a:lnTo>
                <a:cubicBezTo>
                  <a:pt x="95476" y="15041"/>
                  <a:pt x="97234" y="12892"/>
                  <a:pt x="97234" y="10418"/>
                </a:cubicBezTo>
                <a:cubicBezTo>
                  <a:pt x="97234" y="7944"/>
                  <a:pt x="95476" y="5795"/>
                  <a:pt x="93045" y="5318"/>
                </a:cubicBezTo>
                <a:lnTo>
                  <a:pt x="52372" y="-2822"/>
                </a:lnTo>
                <a:close/>
                <a:moveTo>
                  <a:pt x="48617" y="48617"/>
                </a:moveTo>
                <a:cubicBezTo>
                  <a:pt x="39024" y="48617"/>
                  <a:pt x="31254" y="40847"/>
                  <a:pt x="31254" y="31254"/>
                </a:cubicBezTo>
                <a:lnTo>
                  <a:pt x="65980" y="31254"/>
                </a:lnTo>
                <a:cubicBezTo>
                  <a:pt x="65980" y="40847"/>
                  <a:pt x="58210" y="48617"/>
                  <a:pt x="48617" y="48617"/>
                </a:cubicBezTo>
                <a:close/>
                <a:moveTo>
                  <a:pt x="26067" y="69475"/>
                </a:moveTo>
                <a:cubicBezTo>
                  <a:pt x="12740" y="75595"/>
                  <a:pt x="3473" y="89052"/>
                  <a:pt x="3473" y="104679"/>
                </a:cubicBezTo>
                <a:cubicBezTo>
                  <a:pt x="3473" y="108238"/>
                  <a:pt x="6359" y="111125"/>
                  <a:pt x="9919" y="111125"/>
                </a:cubicBezTo>
                <a:lnTo>
                  <a:pt x="43408" y="111125"/>
                </a:lnTo>
                <a:lnTo>
                  <a:pt x="43408" y="79437"/>
                </a:lnTo>
                <a:lnTo>
                  <a:pt x="30950" y="70104"/>
                </a:lnTo>
                <a:cubicBezTo>
                  <a:pt x="29539" y="69041"/>
                  <a:pt x="27651" y="68759"/>
                  <a:pt x="26045" y="69497"/>
                </a:cubicBezTo>
                <a:close/>
                <a:moveTo>
                  <a:pt x="53826" y="111125"/>
                </a:moveTo>
                <a:lnTo>
                  <a:pt x="87316" y="111125"/>
                </a:lnTo>
                <a:cubicBezTo>
                  <a:pt x="90875" y="111125"/>
                  <a:pt x="93762" y="108238"/>
                  <a:pt x="93762" y="104679"/>
                </a:cubicBezTo>
                <a:cubicBezTo>
                  <a:pt x="93762" y="89052"/>
                  <a:pt x="84494" y="75595"/>
                  <a:pt x="71168" y="69497"/>
                </a:cubicBezTo>
                <a:cubicBezTo>
                  <a:pt x="69562" y="68759"/>
                  <a:pt x="67673" y="69041"/>
                  <a:pt x="66263" y="70104"/>
                </a:cubicBezTo>
                <a:lnTo>
                  <a:pt x="53804" y="79437"/>
                </a:lnTo>
                <a:lnTo>
                  <a:pt x="53804" y="111125"/>
                </a:lnTo>
                <a:close/>
              </a:path>
            </a:pathLst>
          </a:custGeom>
          <a:solidFill>
            <a:srgbClr val="E8ECEF"/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44550" y="3113407"/>
            <a:ext cx="57150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Student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7050" y="3415032"/>
            <a:ext cx="2413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Inherits User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7050" y="3669032"/>
            <a:ext cx="2413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• view_grades()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7050" y="3891282"/>
            <a:ext cx="2413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• view_eca()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7050" y="4113532"/>
            <a:ext cx="2413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• plot_grades()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7050" y="4335782"/>
            <a:ext cx="2413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• student_menu()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117850" y="2964181"/>
            <a:ext cx="2616200" cy="1917700"/>
          </a:xfrm>
          <a:custGeom>
            <a:avLst/>
            <a:gdLst/>
            <a:ahLst/>
            <a:cxnLst/>
            <a:rect l="l" t="t" r="r" b="b"/>
            <a:pathLst>
              <a:path w="2616200" h="1917700">
                <a:moveTo>
                  <a:pt x="63495" y="0"/>
                </a:moveTo>
                <a:lnTo>
                  <a:pt x="2552705" y="0"/>
                </a:lnTo>
                <a:cubicBezTo>
                  <a:pt x="2587772" y="0"/>
                  <a:pt x="2616200" y="28428"/>
                  <a:pt x="2616200" y="63495"/>
                </a:cubicBezTo>
                <a:lnTo>
                  <a:pt x="2616200" y="1854205"/>
                </a:lnTo>
                <a:cubicBezTo>
                  <a:pt x="2616200" y="1889272"/>
                  <a:pt x="2587772" y="1917700"/>
                  <a:pt x="2552705" y="1917700"/>
                </a:cubicBezTo>
                <a:lnTo>
                  <a:pt x="63495" y="1917700"/>
                </a:lnTo>
                <a:cubicBezTo>
                  <a:pt x="28428" y="1917700"/>
                  <a:pt x="0" y="1889272"/>
                  <a:pt x="0" y="1854205"/>
                </a:cubicBezTo>
                <a:lnTo>
                  <a:pt x="0" y="63495"/>
                </a:lnTo>
                <a:cubicBezTo>
                  <a:pt x="0" y="28451"/>
                  <a:pt x="28451" y="0"/>
                  <a:pt x="63495" y="0"/>
                </a:cubicBezTo>
                <a:close/>
              </a:path>
            </a:pathLst>
          </a:custGeom>
          <a:gradFill flip="none" rotWithShape="1">
            <a:gsLst>
              <a:gs pos="0">
                <a:srgbClr val="788A9C">
                  <a:alpha val="30000"/>
                </a:srgbClr>
              </a:gs>
              <a:gs pos="100000">
                <a:srgbClr val="788A9C">
                  <a:alpha val="10000"/>
                </a:srgbClr>
              </a:gs>
            </a:gsLst>
            <a:lin ang="0" scaled="1"/>
          </a:gradFill>
          <a:ln w="20320">
            <a:solidFill>
              <a:srgbClr val="788A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51200" y="3097532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788A9C"/>
          </a:solidFill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317677" y="3168969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48617" y="53826"/>
                </a:moveTo>
                <a:cubicBezTo>
                  <a:pt x="62992" y="53826"/>
                  <a:pt x="74662" y="42156"/>
                  <a:pt x="74662" y="27781"/>
                </a:cubicBezTo>
                <a:cubicBezTo>
                  <a:pt x="74662" y="13407"/>
                  <a:pt x="62992" y="1736"/>
                  <a:pt x="48617" y="1736"/>
                </a:cubicBezTo>
                <a:cubicBezTo>
                  <a:pt x="34243" y="1736"/>
                  <a:pt x="22572" y="13407"/>
                  <a:pt x="22572" y="27781"/>
                </a:cubicBezTo>
                <a:cubicBezTo>
                  <a:pt x="22572" y="42156"/>
                  <a:pt x="34243" y="53826"/>
                  <a:pt x="48617" y="53826"/>
                </a:cubicBezTo>
                <a:close/>
                <a:moveTo>
                  <a:pt x="42171" y="65980"/>
                </a:moveTo>
                <a:cubicBezTo>
                  <a:pt x="20793" y="65980"/>
                  <a:pt x="3473" y="83300"/>
                  <a:pt x="3473" y="104679"/>
                </a:cubicBezTo>
                <a:cubicBezTo>
                  <a:pt x="3473" y="108238"/>
                  <a:pt x="6359" y="111125"/>
                  <a:pt x="9919" y="111125"/>
                </a:cubicBezTo>
                <a:lnTo>
                  <a:pt x="64505" y="111125"/>
                </a:lnTo>
                <a:cubicBezTo>
                  <a:pt x="56648" y="101879"/>
                  <a:pt x="52090" y="89964"/>
                  <a:pt x="52090" y="77353"/>
                </a:cubicBezTo>
                <a:lnTo>
                  <a:pt x="52090" y="70603"/>
                </a:lnTo>
                <a:cubicBezTo>
                  <a:pt x="52090" y="69019"/>
                  <a:pt x="52307" y="67456"/>
                  <a:pt x="52719" y="65980"/>
                </a:cubicBezTo>
                <a:lnTo>
                  <a:pt x="42171" y="65980"/>
                </a:lnTo>
                <a:close/>
                <a:moveTo>
                  <a:pt x="96648" y="106025"/>
                </a:moveTo>
                <a:lnTo>
                  <a:pt x="93762" y="107392"/>
                </a:lnTo>
                <a:lnTo>
                  <a:pt x="93762" y="66566"/>
                </a:lnTo>
                <a:lnTo>
                  <a:pt x="114598" y="73512"/>
                </a:lnTo>
                <a:lnTo>
                  <a:pt x="114598" y="77766"/>
                </a:lnTo>
                <a:cubicBezTo>
                  <a:pt x="114598" y="89877"/>
                  <a:pt x="107609" y="100881"/>
                  <a:pt x="96648" y="106046"/>
                </a:cubicBezTo>
                <a:close/>
                <a:moveTo>
                  <a:pt x="91570" y="56322"/>
                </a:moveTo>
                <a:lnTo>
                  <a:pt x="67261" y="64418"/>
                </a:lnTo>
                <a:cubicBezTo>
                  <a:pt x="64418" y="65373"/>
                  <a:pt x="62508" y="68021"/>
                  <a:pt x="62508" y="71016"/>
                </a:cubicBezTo>
                <a:lnTo>
                  <a:pt x="62508" y="77766"/>
                </a:lnTo>
                <a:cubicBezTo>
                  <a:pt x="62508" y="93914"/>
                  <a:pt x="71841" y="108607"/>
                  <a:pt x="86426" y="115466"/>
                </a:cubicBezTo>
                <a:lnTo>
                  <a:pt x="90441" y="117354"/>
                </a:lnTo>
                <a:cubicBezTo>
                  <a:pt x="91483" y="117832"/>
                  <a:pt x="92611" y="118092"/>
                  <a:pt x="93740" y="118092"/>
                </a:cubicBezTo>
                <a:cubicBezTo>
                  <a:pt x="94869" y="118092"/>
                  <a:pt x="96019" y="117832"/>
                  <a:pt x="97039" y="117354"/>
                </a:cubicBezTo>
                <a:lnTo>
                  <a:pt x="101054" y="115466"/>
                </a:lnTo>
                <a:cubicBezTo>
                  <a:pt x="115683" y="108586"/>
                  <a:pt x="125016" y="93892"/>
                  <a:pt x="125016" y="77744"/>
                </a:cubicBezTo>
                <a:lnTo>
                  <a:pt x="125016" y="70994"/>
                </a:lnTo>
                <a:cubicBezTo>
                  <a:pt x="125016" y="67999"/>
                  <a:pt x="123106" y="65351"/>
                  <a:pt x="120262" y="64396"/>
                </a:cubicBezTo>
                <a:lnTo>
                  <a:pt x="95954" y="56300"/>
                </a:lnTo>
                <a:cubicBezTo>
                  <a:pt x="94521" y="55823"/>
                  <a:pt x="92980" y="55823"/>
                  <a:pt x="91570" y="56300"/>
                </a:cubicBezTo>
                <a:close/>
              </a:path>
            </a:pathLst>
          </a:custGeom>
          <a:solidFill>
            <a:srgbClr val="1A2332"/>
          </a:solidFill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568700" y="3113407"/>
            <a:ext cx="484187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Admin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251200" y="3415032"/>
            <a:ext cx="2413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Inherits User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251200" y="3669032"/>
            <a:ext cx="2413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• add_student()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251200" y="3891282"/>
            <a:ext cx="2413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• update_grades()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251200" y="4113532"/>
            <a:ext cx="2413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• update_eca()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251200" y="4335782"/>
            <a:ext cx="2413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• delete_student()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251200" y="4558032"/>
            <a:ext cx="2413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• analytics_dashboard()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47130" y="1132206"/>
            <a:ext cx="5673725" cy="4546600"/>
          </a:xfrm>
          <a:custGeom>
            <a:avLst/>
            <a:gdLst/>
            <a:ahLst/>
            <a:cxnLst/>
            <a:rect l="l" t="t" r="r" b="b"/>
            <a:pathLst>
              <a:path w="5673725" h="4546600">
                <a:moveTo>
                  <a:pt x="63516" y="0"/>
                </a:moveTo>
                <a:lnTo>
                  <a:pt x="5610209" y="0"/>
                </a:lnTo>
                <a:cubicBezTo>
                  <a:pt x="5645288" y="0"/>
                  <a:pt x="5673725" y="28437"/>
                  <a:pt x="5673725" y="63516"/>
                </a:cubicBezTo>
                <a:lnTo>
                  <a:pt x="5673725" y="4483084"/>
                </a:lnTo>
                <a:cubicBezTo>
                  <a:pt x="5673725" y="4518163"/>
                  <a:pt x="5645288" y="4546600"/>
                  <a:pt x="5610209" y="4546600"/>
                </a:cubicBezTo>
                <a:lnTo>
                  <a:pt x="63516" y="4546600"/>
                </a:lnTo>
                <a:cubicBezTo>
                  <a:pt x="28437" y="4546600"/>
                  <a:pt x="0" y="4518163"/>
                  <a:pt x="0" y="4483084"/>
                </a:cubicBezTo>
                <a:lnTo>
                  <a:pt x="0" y="63516"/>
                </a:lnTo>
                <a:cubicBezTo>
                  <a:pt x="0" y="28461"/>
                  <a:pt x="28461" y="0"/>
                  <a:pt x="63516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432867" y="132578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05668" y="-484"/>
                </a:moveTo>
                <a:cubicBezTo>
                  <a:pt x="99231" y="-4204"/>
                  <a:pt x="91269" y="-4204"/>
                  <a:pt x="84832" y="-484"/>
                </a:cubicBezTo>
                <a:lnTo>
                  <a:pt x="53504" y="17599"/>
                </a:lnTo>
                <a:cubicBezTo>
                  <a:pt x="47067" y="21320"/>
                  <a:pt x="43086" y="28203"/>
                  <a:pt x="43086" y="35644"/>
                </a:cubicBezTo>
                <a:lnTo>
                  <a:pt x="43086" y="73558"/>
                </a:lnTo>
                <a:lnTo>
                  <a:pt x="10232" y="92534"/>
                </a:lnTo>
                <a:cubicBezTo>
                  <a:pt x="3795" y="96255"/>
                  <a:pt x="-186" y="103138"/>
                  <a:pt x="-186" y="110579"/>
                </a:cubicBezTo>
                <a:lnTo>
                  <a:pt x="-186" y="146782"/>
                </a:lnTo>
                <a:cubicBezTo>
                  <a:pt x="-186" y="154223"/>
                  <a:pt x="3795" y="161106"/>
                  <a:pt x="10232" y="164827"/>
                </a:cubicBezTo>
                <a:lnTo>
                  <a:pt x="41597" y="182910"/>
                </a:lnTo>
                <a:cubicBezTo>
                  <a:pt x="48034" y="186630"/>
                  <a:pt x="55997" y="186630"/>
                  <a:pt x="62433" y="182910"/>
                </a:cubicBezTo>
                <a:lnTo>
                  <a:pt x="95287" y="163934"/>
                </a:lnTo>
                <a:lnTo>
                  <a:pt x="128141" y="182910"/>
                </a:lnTo>
                <a:cubicBezTo>
                  <a:pt x="134578" y="186630"/>
                  <a:pt x="142540" y="186630"/>
                  <a:pt x="148977" y="182910"/>
                </a:cubicBezTo>
                <a:lnTo>
                  <a:pt x="180268" y="164827"/>
                </a:lnTo>
                <a:cubicBezTo>
                  <a:pt x="186705" y="161106"/>
                  <a:pt x="190686" y="154223"/>
                  <a:pt x="190686" y="146782"/>
                </a:cubicBezTo>
                <a:lnTo>
                  <a:pt x="190686" y="110579"/>
                </a:lnTo>
                <a:cubicBezTo>
                  <a:pt x="190686" y="103138"/>
                  <a:pt x="186705" y="96255"/>
                  <a:pt x="180268" y="92534"/>
                </a:cubicBezTo>
                <a:lnTo>
                  <a:pt x="147414" y="73558"/>
                </a:lnTo>
                <a:lnTo>
                  <a:pt x="147414" y="35644"/>
                </a:lnTo>
                <a:cubicBezTo>
                  <a:pt x="147414" y="28203"/>
                  <a:pt x="143433" y="21320"/>
                  <a:pt x="136996" y="17599"/>
                </a:cubicBezTo>
                <a:lnTo>
                  <a:pt x="105668" y="-484"/>
                </a:lnTo>
                <a:close/>
                <a:moveTo>
                  <a:pt x="86320" y="108868"/>
                </a:moveTo>
                <a:lnTo>
                  <a:pt x="86320" y="148493"/>
                </a:lnTo>
                <a:lnTo>
                  <a:pt x="53467" y="167469"/>
                </a:lnTo>
                <a:cubicBezTo>
                  <a:pt x="53020" y="167729"/>
                  <a:pt x="52499" y="167878"/>
                  <a:pt x="51978" y="167878"/>
                </a:cubicBezTo>
                <a:lnTo>
                  <a:pt x="51978" y="128699"/>
                </a:lnTo>
                <a:lnTo>
                  <a:pt x="86320" y="108868"/>
                </a:lnTo>
                <a:close/>
                <a:moveTo>
                  <a:pt x="172417" y="109091"/>
                </a:moveTo>
                <a:cubicBezTo>
                  <a:pt x="172678" y="109538"/>
                  <a:pt x="172827" y="110058"/>
                  <a:pt x="172827" y="110579"/>
                </a:cubicBezTo>
                <a:lnTo>
                  <a:pt x="172827" y="146782"/>
                </a:lnTo>
                <a:cubicBezTo>
                  <a:pt x="172827" y="147861"/>
                  <a:pt x="172269" y="148828"/>
                  <a:pt x="171338" y="149349"/>
                </a:cubicBezTo>
                <a:lnTo>
                  <a:pt x="139973" y="167432"/>
                </a:lnTo>
                <a:cubicBezTo>
                  <a:pt x="139526" y="167692"/>
                  <a:pt x="139005" y="167841"/>
                  <a:pt x="138485" y="167841"/>
                </a:cubicBezTo>
                <a:lnTo>
                  <a:pt x="138485" y="128662"/>
                </a:lnTo>
                <a:lnTo>
                  <a:pt x="172417" y="109091"/>
                </a:lnTo>
                <a:close/>
                <a:moveTo>
                  <a:pt x="129592" y="35644"/>
                </a:moveTo>
                <a:lnTo>
                  <a:pt x="129592" y="73558"/>
                </a:lnTo>
                <a:lnTo>
                  <a:pt x="95250" y="93390"/>
                </a:lnTo>
                <a:lnTo>
                  <a:pt x="95250" y="53764"/>
                </a:lnTo>
                <a:lnTo>
                  <a:pt x="129183" y="34193"/>
                </a:lnTo>
                <a:cubicBezTo>
                  <a:pt x="129443" y="34640"/>
                  <a:pt x="129592" y="35161"/>
                  <a:pt x="129592" y="35682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647180" y="1294132"/>
            <a:ext cx="5207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OOP Concepts Applied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24930" y="1675033"/>
            <a:ext cx="5334000" cy="889000"/>
          </a:xfrm>
          <a:custGeom>
            <a:avLst/>
            <a:gdLst/>
            <a:ahLst/>
            <a:cxnLst/>
            <a:rect l="l" t="t" r="r" b="b"/>
            <a:pathLst>
              <a:path w="5334000" h="889000">
                <a:moveTo>
                  <a:pt x="31750" y="0"/>
                </a:moveTo>
                <a:lnTo>
                  <a:pt x="5270499" y="0"/>
                </a:lnTo>
                <a:cubicBezTo>
                  <a:pt x="5305570" y="0"/>
                  <a:pt x="5334000" y="28430"/>
                  <a:pt x="5334000" y="63501"/>
                </a:cubicBezTo>
                <a:lnTo>
                  <a:pt x="5334000" y="825499"/>
                </a:lnTo>
                <a:cubicBezTo>
                  <a:pt x="5334000" y="860570"/>
                  <a:pt x="5305570" y="889000"/>
                  <a:pt x="5270499" y="889000"/>
                </a:cubicBezTo>
                <a:lnTo>
                  <a:pt x="31750" y="889000"/>
                </a:lnTo>
                <a:cubicBezTo>
                  <a:pt x="14215" y="889000"/>
                  <a:pt x="0" y="874785"/>
                  <a:pt x="0" y="857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2332">
              <a:alpha val="50196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424930" y="1675033"/>
            <a:ext cx="31750" cy="889000"/>
          </a:xfrm>
          <a:custGeom>
            <a:avLst/>
            <a:gdLst/>
            <a:ahLst/>
            <a:cxnLst/>
            <a:rect l="l" t="t" r="r" b="b"/>
            <a:pathLst>
              <a:path w="31750" h="889000">
                <a:moveTo>
                  <a:pt x="31750" y="0"/>
                </a:moveTo>
                <a:lnTo>
                  <a:pt x="31750" y="0"/>
                </a:lnTo>
                <a:lnTo>
                  <a:pt x="31750" y="889000"/>
                </a:lnTo>
                <a:lnTo>
                  <a:pt x="31750" y="889000"/>
                </a:lnTo>
                <a:cubicBezTo>
                  <a:pt x="14227" y="889000"/>
                  <a:pt x="0" y="874773"/>
                  <a:pt x="0" y="857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567805" y="180203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D4A24E">
              <a:alpha val="2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670993" y="1897283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9844" y="25797"/>
                </a:moveTo>
                <a:cubicBezTo>
                  <a:pt x="23129" y="25797"/>
                  <a:pt x="25797" y="23129"/>
                  <a:pt x="25797" y="19844"/>
                </a:cubicBezTo>
                <a:cubicBezTo>
                  <a:pt x="25797" y="16558"/>
                  <a:pt x="23129" y="13891"/>
                  <a:pt x="19844" y="13891"/>
                </a:cubicBezTo>
                <a:cubicBezTo>
                  <a:pt x="16558" y="13891"/>
                  <a:pt x="13891" y="16558"/>
                  <a:pt x="13891" y="19844"/>
                </a:cubicBezTo>
                <a:cubicBezTo>
                  <a:pt x="13891" y="23129"/>
                  <a:pt x="16558" y="25797"/>
                  <a:pt x="19844" y="25797"/>
                </a:cubicBezTo>
                <a:close/>
                <a:moveTo>
                  <a:pt x="39688" y="19844"/>
                </a:moveTo>
                <a:cubicBezTo>
                  <a:pt x="39688" y="27980"/>
                  <a:pt x="34801" y="34975"/>
                  <a:pt x="27781" y="38026"/>
                </a:cubicBezTo>
                <a:lnTo>
                  <a:pt x="27781" y="55563"/>
                </a:lnTo>
                <a:lnTo>
                  <a:pt x="71438" y="55563"/>
                </a:lnTo>
                <a:cubicBezTo>
                  <a:pt x="78011" y="55563"/>
                  <a:pt x="83344" y="50229"/>
                  <a:pt x="83344" y="43656"/>
                </a:cubicBezTo>
                <a:lnTo>
                  <a:pt x="83344" y="38026"/>
                </a:lnTo>
                <a:cubicBezTo>
                  <a:pt x="76324" y="34975"/>
                  <a:pt x="71438" y="27980"/>
                  <a:pt x="71438" y="19844"/>
                </a:cubicBezTo>
                <a:cubicBezTo>
                  <a:pt x="71438" y="8880"/>
                  <a:pt x="80318" y="0"/>
                  <a:pt x="91281" y="0"/>
                </a:cubicBezTo>
                <a:cubicBezTo>
                  <a:pt x="102245" y="0"/>
                  <a:pt x="111125" y="8880"/>
                  <a:pt x="111125" y="19844"/>
                </a:cubicBezTo>
                <a:cubicBezTo>
                  <a:pt x="111125" y="27980"/>
                  <a:pt x="106238" y="34975"/>
                  <a:pt x="99219" y="38026"/>
                </a:cubicBezTo>
                <a:lnTo>
                  <a:pt x="99219" y="43656"/>
                </a:lnTo>
                <a:cubicBezTo>
                  <a:pt x="99219" y="59010"/>
                  <a:pt x="86792" y="71438"/>
                  <a:pt x="71438" y="71438"/>
                </a:cubicBezTo>
                <a:lnTo>
                  <a:pt x="27781" y="71438"/>
                </a:lnTo>
                <a:lnTo>
                  <a:pt x="27781" y="88974"/>
                </a:lnTo>
                <a:cubicBezTo>
                  <a:pt x="34801" y="92025"/>
                  <a:pt x="39688" y="99020"/>
                  <a:pt x="39688" y="107156"/>
                </a:cubicBezTo>
                <a:cubicBezTo>
                  <a:pt x="39688" y="118120"/>
                  <a:pt x="30807" y="127000"/>
                  <a:pt x="19844" y="127000"/>
                </a:cubicBezTo>
                <a:cubicBezTo>
                  <a:pt x="8880" y="127000"/>
                  <a:pt x="0" y="118120"/>
                  <a:pt x="0" y="107156"/>
                </a:cubicBezTo>
                <a:cubicBezTo>
                  <a:pt x="0" y="99020"/>
                  <a:pt x="4887" y="92025"/>
                  <a:pt x="11906" y="88974"/>
                </a:cubicBezTo>
                <a:lnTo>
                  <a:pt x="11906" y="38050"/>
                </a:lnTo>
                <a:cubicBezTo>
                  <a:pt x="4887" y="34975"/>
                  <a:pt x="0" y="27980"/>
                  <a:pt x="0" y="19844"/>
                </a:cubicBezTo>
                <a:cubicBezTo>
                  <a:pt x="0" y="8880"/>
                  <a:pt x="8880" y="0"/>
                  <a:pt x="19844" y="0"/>
                </a:cubicBezTo>
                <a:cubicBezTo>
                  <a:pt x="30807" y="0"/>
                  <a:pt x="39688" y="8880"/>
                  <a:pt x="39688" y="19844"/>
                </a:cubicBezTo>
                <a:close/>
                <a:moveTo>
                  <a:pt x="97234" y="19844"/>
                </a:moveTo>
                <a:cubicBezTo>
                  <a:pt x="97234" y="16558"/>
                  <a:pt x="94567" y="13891"/>
                  <a:pt x="91281" y="13891"/>
                </a:cubicBezTo>
                <a:cubicBezTo>
                  <a:pt x="87996" y="13891"/>
                  <a:pt x="85328" y="16558"/>
                  <a:pt x="85328" y="19844"/>
                </a:cubicBezTo>
                <a:cubicBezTo>
                  <a:pt x="85328" y="23129"/>
                  <a:pt x="87996" y="25797"/>
                  <a:pt x="91281" y="25797"/>
                </a:cubicBezTo>
                <a:cubicBezTo>
                  <a:pt x="94567" y="25797"/>
                  <a:pt x="97234" y="23129"/>
                  <a:pt x="97234" y="19844"/>
                </a:cubicBezTo>
                <a:close/>
                <a:moveTo>
                  <a:pt x="19844" y="113109"/>
                </a:moveTo>
                <a:cubicBezTo>
                  <a:pt x="23129" y="113109"/>
                  <a:pt x="25797" y="110442"/>
                  <a:pt x="25797" y="107156"/>
                </a:cubicBezTo>
                <a:cubicBezTo>
                  <a:pt x="25797" y="103871"/>
                  <a:pt x="23129" y="101203"/>
                  <a:pt x="19844" y="101203"/>
                </a:cubicBezTo>
                <a:cubicBezTo>
                  <a:pt x="16558" y="101203"/>
                  <a:pt x="13891" y="103871"/>
                  <a:pt x="13891" y="107156"/>
                </a:cubicBezTo>
                <a:cubicBezTo>
                  <a:pt x="13891" y="110442"/>
                  <a:pt x="16558" y="113109"/>
                  <a:pt x="19844" y="113109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980555" y="1802033"/>
            <a:ext cx="47228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Inheritance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980555" y="2056033"/>
            <a:ext cx="47148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Student and Admin classes extend the base User class, inheriting common attributes and methods while adding specialized functionality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424930" y="2659283"/>
            <a:ext cx="5334000" cy="889000"/>
          </a:xfrm>
          <a:custGeom>
            <a:avLst/>
            <a:gdLst/>
            <a:ahLst/>
            <a:cxnLst/>
            <a:rect l="l" t="t" r="r" b="b"/>
            <a:pathLst>
              <a:path w="5334000" h="889000">
                <a:moveTo>
                  <a:pt x="31750" y="0"/>
                </a:moveTo>
                <a:lnTo>
                  <a:pt x="5270499" y="0"/>
                </a:lnTo>
                <a:cubicBezTo>
                  <a:pt x="5305570" y="0"/>
                  <a:pt x="5334000" y="28430"/>
                  <a:pt x="5334000" y="63501"/>
                </a:cubicBezTo>
                <a:lnTo>
                  <a:pt x="5334000" y="825499"/>
                </a:lnTo>
                <a:cubicBezTo>
                  <a:pt x="5334000" y="860570"/>
                  <a:pt x="5305570" y="889000"/>
                  <a:pt x="5270499" y="889000"/>
                </a:cubicBezTo>
                <a:lnTo>
                  <a:pt x="31750" y="889000"/>
                </a:lnTo>
                <a:cubicBezTo>
                  <a:pt x="14215" y="889000"/>
                  <a:pt x="0" y="874785"/>
                  <a:pt x="0" y="857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2332">
              <a:alpha val="50196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424930" y="2659283"/>
            <a:ext cx="31750" cy="889000"/>
          </a:xfrm>
          <a:custGeom>
            <a:avLst/>
            <a:gdLst/>
            <a:ahLst/>
            <a:cxnLst/>
            <a:rect l="l" t="t" r="r" b="b"/>
            <a:pathLst>
              <a:path w="31750" h="889000">
                <a:moveTo>
                  <a:pt x="31750" y="0"/>
                </a:moveTo>
                <a:lnTo>
                  <a:pt x="31750" y="0"/>
                </a:lnTo>
                <a:lnTo>
                  <a:pt x="31750" y="889000"/>
                </a:lnTo>
                <a:lnTo>
                  <a:pt x="31750" y="889000"/>
                </a:lnTo>
                <a:cubicBezTo>
                  <a:pt x="14227" y="889000"/>
                  <a:pt x="0" y="874773"/>
                  <a:pt x="0" y="857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567805" y="278628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678930" y="2881533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31750" y="23812"/>
                </a:moveTo>
                <a:lnTo>
                  <a:pt x="31750" y="39688"/>
                </a:lnTo>
                <a:lnTo>
                  <a:pt x="63500" y="39688"/>
                </a:lnTo>
                <a:lnTo>
                  <a:pt x="63500" y="23812"/>
                </a:lnTo>
                <a:cubicBezTo>
                  <a:pt x="63500" y="15056"/>
                  <a:pt x="56381" y="7938"/>
                  <a:pt x="47625" y="7938"/>
                </a:cubicBezTo>
                <a:cubicBezTo>
                  <a:pt x="38869" y="7938"/>
                  <a:pt x="31750" y="15056"/>
                  <a:pt x="31750" y="23812"/>
                </a:cubicBezTo>
                <a:close/>
                <a:moveTo>
                  <a:pt x="15875" y="39688"/>
                </a:moveTo>
                <a:lnTo>
                  <a:pt x="15875" y="23812"/>
                </a:lnTo>
                <a:cubicBezTo>
                  <a:pt x="15875" y="6276"/>
                  <a:pt x="30088" y="-7937"/>
                  <a:pt x="47625" y="-7937"/>
                </a:cubicBezTo>
                <a:cubicBezTo>
                  <a:pt x="65162" y="-7937"/>
                  <a:pt x="79375" y="6276"/>
                  <a:pt x="79375" y="23812"/>
                </a:cubicBezTo>
                <a:lnTo>
                  <a:pt x="79375" y="39688"/>
                </a:lnTo>
                <a:cubicBezTo>
                  <a:pt x="88131" y="39688"/>
                  <a:pt x="95250" y="46806"/>
                  <a:pt x="95250" y="55563"/>
                </a:cubicBezTo>
                <a:lnTo>
                  <a:pt x="95250" y="111125"/>
                </a:lnTo>
                <a:cubicBezTo>
                  <a:pt x="95250" y="119881"/>
                  <a:pt x="88131" y="127000"/>
                  <a:pt x="79375" y="127000"/>
                </a:cubicBezTo>
                <a:lnTo>
                  <a:pt x="15875" y="127000"/>
                </a:lnTo>
                <a:cubicBezTo>
                  <a:pt x="7119" y="127000"/>
                  <a:pt x="0" y="119881"/>
                  <a:pt x="0" y="111125"/>
                </a:cubicBezTo>
                <a:lnTo>
                  <a:pt x="0" y="55563"/>
                </a:lnTo>
                <a:cubicBezTo>
                  <a:pt x="0" y="46806"/>
                  <a:pt x="7119" y="39688"/>
                  <a:pt x="15875" y="39688"/>
                </a:cubicBez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980555" y="2786283"/>
            <a:ext cx="47228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Encapsulation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980555" y="3040283"/>
            <a:ext cx="47148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Data (attributes) and methods are bundled within classes, controlling access and maintaining data integrity across the system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424930" y="3643533"/>
            <a:ext cx="5334000" cy="889000"/>
          </a:xfrm>
          <a:custGeom>
            <a:avLst/>
            <a:gdLst/>
            <a:ahLst/>
            <a:cxnLst/>
            <a:rect l="l" t="t" r="r" b="b"/>
            <a:pathLst>
              <a:path w="5334000" h="889000">
                <a:moveTo>
                  <a:pt x="31750" y="0"/>
                </a:moveTo>
                <a:lnTo>
                  <a:pt x="5270499" y="0"/>
                </a:lnTo>
                <a:cubicBezTo>
                  <a:pt x="5305570" y="0"/>
                  <a:pt x="5334000" y="28430"/>
                  <a:pt x="5334000" y="63501"/>
                </a:cubicBezTo>
                <a:lnTo>
                  <a:pt x="5334000" y="825499"/>
                </a:lnTo>
                <a:cubicBezTo>
                  <a:pt x="5334000" y="860570"/>
                  <a:pt x="5305570" y="889000"/>
                  <a:pt x="5270499" y="889000"/>
                </a:cubicBezTo>
                <a:lnTo>
                  <a:pt x="31750" y="889000"/>
                </a:lnTo>
                <a:cubicBezTo>
                  <a:pt x="14215" y="889000"/>
                  <a:pt x="0" y="874785"/>
                  <a:pt x="0" y="857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2332">
              <a:alpha val="50196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424930" y="3643533"/>
            <a:ext cx="31750" cy="889000"/>
          </a:xfrm>
          <a:custGeom>
            <a:avLst/>
            <a:gdLst/>
            <a:ahLst/>
            <a:cxnLst/>
            <a:rect l="l" t="t" r="r" b="b"/>
            <a:pathLst>
              <a:path w="31750" h="889000">
                <a:moveTo>
                  <a:pt x="31750" y="0"/>
                </a:moveTo>
                <a:lnTo>
                  <a:pt x="31750" y="0"/>
                </a:lnTo>
                <a:lnTo>
                  <a:pt x="31750" y="889000"/>
                </a:lnTo>
                <a:lnTo>
                  <a:pt x="31750" y="889000"/>
                </a:lnTo>
                <a:cubicBezTo>
                  <a:pt x="14227" y="889000"/>
                  <a:pt x="0" y="874773"/>
                  <a:pt x="0" y="857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788A9C"/>
          </a:solidFill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6567805" y="377053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788A9C">
              <a:alpha val="2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655118" y="3865783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10170" y="-6176"/>
                </a:moveTo>
                <a:cubicBezTo>
                  <a:pt x="7838" y="-8508"/>
                  <a:pt x="4068" y="-8508"/>
                  <a:pt x="1761" y="-6176"/>
                </a:cubicBezTo>
                <a:cubicBezTo>
                  <a:pt x="-546" y="-3845"/>
                  <a:pt x="-571" y="-74"/>
                  <a:pt x="1736" y="2257"/>
                </a:cubicBezTo>
                <a:lnTo>
                  <a:pt x="132705" y="133226"/>
                </a:lnTo>
                <a:cubicBezTo>
                  <a:pt x="135037" y="135558"/>
                  <a:pt x="138807" y="135558"/>
                  <a:pt x="141114" y="133226"/>
                </a:cubicBezTo>
                <a:cubicBezTo>
                  <a:pt x="143421" y="130894"/>
                  <a:pt x="143446" y="127124"/>
                  <a:pt x="141114" y="124817"/>
                </a:cubicBezTo>
                <a:lnTo>
                  <a:pt x="117202" y="100905"/>
                </a:lnTo>
                <a:cubicBezTo>
                  <a:pt x="117872" y="100310"/>
                  <a:pt x="118542" y="99715"/>
                  <a:pt x="119187" y="99120"/>
                </a:cubicBezTo>
                <a:cubicBezTo>
                  <a:pt x="130795" y="88329"/>
                  <a:pt x="138559" y="75456"/>
                  <a:pt x="142255" y="66601"/>
                </a:cubicBezTo>
                <a:cubicBezTo>
                  <a:pt x="143073" y="64641"/>
                  <a:pt x="143073" y="62458"/>
                  <a:pt x="142255" y="60499"/>
                </a:cubicBezTo>
                <a:cubicBezTo>
                  <a:pt x="138559" y="51643"/>
                  <a:pt x="130795" y="38745"/>
                  <a:pt x="119187" y="27980"/>
                </a:cubicBezTo>
                <a:cubicBezTo>
                  <a:pt x="107504" y="17140"/>
                  <a:pt x="91455" y="7987"/>
                  <a:pt x="71413" y="7987"/>
                </a:cubicBezTo>
                <a:cubicBezTo>
                  <a:pt x="57324" y="7987"/>
                  <a:pt x="45219" y="12502"/>
                  <a:pt x="35198" y="18951"/>
                </a:cubicBezTo>
                <a:lnTo>
                  <a:pt x="10170" y="-6176"/>
                </a:lnTo>
                <a:close/>
                <a:moveTo>
                  <a:pt x="50726" y="34404"/>
                </a:moveTo>
                <a:cubicBezTo>
                  <a:pt x="56555" y="30237"/>
                  <a:pt x="63723" y="27781"/>
                  <a:pt x="71438" y="27781"/>
                </a:cubicBezTo>
                <a:cubicBezTo>
                  <a:pt x="91157" y="27781"/>
                  <a:pt x="107156" y="43780"/>
                  <a:pt x="107156" y="63500"/>
                </a:cubicBezTo>
                <a:cubicBezTo>
                  <a:pt x="107156" y="71214"/>
                  <a:pt x="104701" y="78358"/>
                  <a:pt x="100533" y="84212"/>
                </a:cubicBezTo>
                <a:lnTo>
                  <a:pt x="91926" y="75605"/>
                </a:lnTo>
                <a:cubicBezTo>
                  <a:pt x="95076" y="70296"/>
                  <a:pt x="96143" y="63773"/>
                  <a:pt x="94431" y="57324"/>
                </a:cubicBezTo>
                <a:cubicBezTo>
                  <a:pt x="91033" y="44624"/>
                  <a:pt x="77961" y="37083"/>
                  <a:pt x="65261" y="40481"/>
                </a:cubicBezTo>
                <a:cubicBezTo>
                  <a:pt x="63128" y="41052"/>
                  <a:pt x="61119" y="41895"/>
                  <a:pt x="59308" y="42962"/>
                </a:cubicBezTo>
                <a:lnTo>
                  <a:pt x="50701" y="34354"/>
                </a:lnTo>
                <a:close/>
                <a:moveTo>
                  <a:pt x="80690" y="98003"/>
                </a:moveTo>
                <a:cubicBezTo>
                  <a:pt x="77738" y="98797"/>
                  <a:pt x="74637" y="99219"/>
                  <a:pt x="71438" y="99219"/>
                </a:cubicBezTo>
                <a:cubicBezTo>
                  <a:pt x="51718" y="99219"/>
                  <a:pt x="35719" y="83220"/>
                  <a:pt x="35719" y="63500"/>
                </a:cubicBezTo>
                <a:cubicBezTo>
                  <a:pt x="35719" y="60300"/>
                  <a:pt x="36140" y="57200"/>
                  <a:pt x="36934" y="54248"/>
                </a:cubicBezTo>
                <a:lnTo>
                  <a:pt x="17214" y="34528"/>
                </a:lnTo>
                <a:cubicBezTo>
                  <a:pt x="9128" y="43656"/>
                  <a:pt x="3572" y="53330"/>
                  <a:pt x="620" y="60449"/>
                </a:cubicBezTo>
                <a:cubicBezTo>
                  <a:pt x="-198" y="62409"/>
                  <a:pt x="-198" y="64591"/>
                  <a:pt x="620" y="66551"/>
                </a:cubicBezTo>
                <a:cubicBezTo>
                  <a:pt x="4316" y="75406"/>
                  <a:pt x="12080" y="88305"/>
                  <a:pt x="23688" y="99070"/>
                </a:cubicBezTo>
                <a:cubicBezTo>
                  <a:pt x="35371" y="109910"/>
                  <a:pt x="51420" y="119063"/>
                  <a:pt x="71462" y="119063"/>
                </a:cubicBezTo>
                <a:cubicBezTo>
                  <a:pt x="80714" y="119063"/>
                  <a:pt x="89123" y="117103"/>
                  <a:pt x="96639" y="113953"/>
                </a:cubicBezTo>
                <a:lnTo>
                  <a:pt x="80714" y="98028"/>
                </a:lnTo>
                <a:close/>
              </a:path>
            </a:pathLst>
          </a:custGeom>
          <a:solidFill>
            <a:srgbClr val="788A9C"/>
          </a:solidFill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980555" y="3770533"/>
            <a:ext cx="47228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Abstraction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980555" y="4024533"/>
            <a:ext cx="47148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Users interact through intuitive menus, shielded from complex file operations and data processing logic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424930" y="4627783"/>
            <a:ext cx="5334000" cy="889000"/>
          </a:xfrm>
          <a:custGeom>
            <a:avLst/>
            <a:gdLst/>
            <a:ahLst/>
            <a:cxnLst/>
            <a:rect l="l" t="t" r="r" b="b"/>
            <a:pathLst>
              <a:path w="5334000" h="889000">
                <a:moveTo>
                  <a:pt x="31750" y="0"/>
                </a:moveTo>
                <a:lnTo>
                  <a:pt x="5270499" y="0"/>
                </a:lnTo>
                <a:cubicBezTo>
                  <a:pt x="5305570" y="0"/>
                  <a:pt x="5334000" y="28430"/>
                  <a:pt x="5334000" y="63501"/>
                </a:cubicBezTo>
                <a:lnTo>
                  <a:pt x="5334000" y="825499"/>
                </a:lnTo>
                <a:cubicBezTo>
                  <a:pt x="5334000" y="860570"/>
                  <a:pt x="5305570" y="889000"/>
                  <a:pt x="5270499" y="889000"/>
                </a:cubicBezTo>
                <a:lnTo>
                  <a:pt x="31750" y="889000"/>
                </a:lnTo>
                <a:cubicBezTo>
                  <a:pt x="14215" y="889000"/>
                  <a:pt x="0" y="874785"/>
                  <a:pt x="0" y="857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2332">
              <a:alpha val="50196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424930" y="4627783"/>
            <a:ext cx="31750" cy="889000"/>
          </a:xfrm>
          <a:custGeom>
            <a:avLst/>
            <a:gdLst/>
            <a:ahLst/>
            <a:cxnLst/>
            <a:rect l="l" t="t" r="r" b="b"/>
            <a:pathLst>
              <a:path w="31750" h="889000">
                <a:moveTo>
                  <a:pt x="31750" y="0"/>
                </a:moveTo>
                <a:lnTo>
                  <a:pt x="31750" y="0"/>
                </a:lnTo>
                <a:lnTo>
                  <a:pt x="31750" y="889000"/>
                </a:lnTo>
                <a:lnTo>
                  <a:pt x="31750" y="889000"/>
                </a:lnTo>
                <a:cubicBezTo>
                  <a:pt x="14227" y="889000"/>
                  <a:pt x="0" y="874773"/>
                  <a:pt x="0" y="857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567805" y="475478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D4A24E">
              <a:alpha val="2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6663055" y="485003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00161" y="8533"/>
                </a:moveTo>
                <a:cubicBezTo>
                  <a:pt x="103138" y="7293"/>
                  <a:pt x="106536" y="7987"/>
                  <a:pt x="108818" y="10244"/>
                </a:cubicBezTo>
                <a:lnTo>
                  <a:pt x="124693" y="26119"/>
                </a:lnTo>
                <a:cubicBezTo>
                  <a:pt x="126181" y="27608"/>
                  <a:pt x="127025" y="29617"/>
                  <a:pt x="127025" y="31725"/>
                </a:cubicBezTo>
                <a:cubicBezTo>
                  <a:pt x="127025" y="33834"/>
                  <a:pt x="126181" y="35843"/>
                  <a:pt x="124693" y="37331"/>
                </a:cubicBezTo>
                <a:lnTo>
                  <a:pt x="108818" y="53206"/>
                </a:lnTo>
                <a:cubicBezTo>
                  <a:pt x="106536" y="55488"/>
                  <a:pt x="103138" y="56158"/>
                  <a:pt x="100161" y="54918"/>
                </a:cubicBezTo>
                <a:cubicBezTo>
                  <a:pt x="97185" y="53677"/>
                  <a:pt x="95250" y="50825"/>
                  <a:pt x="95250" y="47625"/>
                </a:cubicBezTo>
                <a:lnTo>
                  <a:pt x="95250" y="39688"/>
                </a:lnTo>
                <a:lnTo>
                  <a:pt x="87313" y="39688"/>
                </a:lnTo>
                <a:cubicBezTo>
                  <a:pt x="84807" y="39688"/>
                  <a:pt x="82451" y="40853"/>
                  <a:pt x="80962" y="42863"/>
                </a:cubicBezTo>
                <a:lnTo>
                  <a:pt x="72926" y="53578"/>
                </a:lnTo>
                <a:lnTo>
                  <a:pt x="63004" y="40357"/>
                </a:lnTo>
                <a:lnTo>
                  <a:pt x="68263" y="33337"/>
                </a:lnTo>
                <a:cubicBezTo>
                  <a:pt x="72752" y="27335"/>
                  <a:pt x="79821" y="23812"/>
                  <a:pt x="87313" y="23812"/>
                </a:cubicBezTo>
                <a:lnTo>
                  <a:pt x="95250" y="23812"/>
                </a:lnTo>
                <a:lnTo>
                  <a:pt x="95250" y="15875"/>
                </a:lnTo>
                <a:cubicBezTo>
                  <a:pt x="95250" y="12675"/>
                  <a:pt x="97185" y="9773"/>
                  <a:pt x="100161" y="8533"/>
                </a:cubicBezTo>
                <a:close/>
                <a:moveTo>
                  <a:pt x="38199" y="73422"/>
                </a:moveTo>
                <a:lnTo>
                  <a:pt x="48121" y="86643"/>
                </a:lnTo>
                <a:lnTo>
                  <a:pt x="42863" y="93663"/>
                </a:lnTo>
                <a:cubicBezTo>
                  <a:pt x="38373" y="99665"/>
                  <a:pt x="31304" y="103188"/>
                  <a:pt x="23812" y="103188"/>
                </a:cubicBezTo>
                <a:lnTo>
                  <a:pt x="7938" y="103188"/>
                </a:lnTo>
                <a:cubicBezTo>
                  <a:pt x="3547" y="103188"/>
                  <a:pt x="0" y="99640"/>
                  <a:pt x="0" y="95250"/>
                </a:cubicBezTo>
                <a:cubicBezTo>
                  <a:pt x="0" y="90860"/>
                  <a:pt x="3547" y="87313"/>
                  <a:pt x="7938" y="87313"/>
                </a:cubicBezTo>
                <a:lnTo>
                  <a:pt x="23812" y="87313"/>
                </a:lnTo>
                <a:cubicBezTo>
                  <a:pt x="26318" y="87313"/>
                  <a:pt x="28674" y="86147"/>
                  <a:pt x="30163" y="84138"/>
                </a:cubicBezTo>
                <a:lnTo>
                  <a:pt x="38199" y="73422"/>
                </a:lnTo>
                <a:close/>
                <a:moveTo>
                  <a:pt x="108793" y="116731"/>
                </a:moveTo>
                <a:cubicBezTo>
                  <a:pt x="106511" y="119013"/>
                  <a:pt x="103113" y="119683"/>
                  <a:pt x="100137" y="118442"/>
                </a:cubicBezTo>
                <a:cubicBezTo>
                  <a:pt x="97160" y="117202"/>
                  <a:pt x="95250" y="114325"/>
                  <a:pt x="95250" y="111125"/>
                </a:cubicBezTo>
                <a:lnTo>
                  <a:pt x="95250" y="103188"/>
                </a:lnTo>
                <a:lnTo>
                  <a:pt x="87313" y="103188"/>
                </a:lnTo>
                <a:cubicBezTo>
                  <a:pt x="79821" y="103188"/>
                  <a:pt x="72752" y="99665"/>
                  <a:pt x="68263" y="93663"/>
                </a:cubicBezTo>
                <a:lnTo>
                  <a:pt x="30163" y="42863"/>
                </a:lnTo>
                <a:cubicBezTo>
                  <a:pt x="28674" y="40853"/>
                  <a:pt x="26318" y="39688"/>
                  <a:pt x="23812" y="39688"/>
                </a:cubicBezTo>
                <a:lnTo>
                  <a:pt x="7938" y="39688"/>
                </a:lnTo>
                <a:cubicBezTo>
                  <a:pt x="3547" y="39688"/>
                  <a:pt x="0" y="36140"/>
                  <a:pt x="0" y="31750"/>
                </a:cubicBezTo>
                <a:cubicBezTo>
                  <a:pt x="0" y="27360"/>
                  <a:pt x="3547" y="23812"/>
                  <a:pt x="7938" y="23812"/>
                </a:cubicBezTo>
                <a:lnTo>
                  <a:pt x="23812" y="23812"/>
                </a:lnTo>
                <a:cubicBezTo>
                  <a:pt x="31304" y="23812"/>
                  <a:pt x="38373" y="27335"/>
                  <a:pt x="42863" y="33338"/>
                </a:cubicBezTo>
                <a:lnTo>
                  <a:pt x="80962" y="84138"/>
                </a:lnTo>
                <a:cubicBezTo>
                  <a:pt x="82451" y="86147"/>
                  <a:pt x="84807" y="87313"/>
                  <a:pt x="87313" y="87313"/>
                </a:cubicBezTo>
                <a:lnTo>
                  <a:pt x="95250" y="87313"/>
                </a:lnTo>
                <a:lnTo>
                  <a:pt x="95250" y="79375"/>
                </a:lnTo>
                <a:cubicBezTo>
                  <a:pt x="95250" y="76175"/>
                  <a:pt x="97185" y="73273"/>
                  <a:pt x="100161" y="72033"/>
                </a:cubicBezTo>
                <a:cubicBezTo>
                  <a:pt x="103138" y="70793"/>
                  <a:pt x="106536" y="71487"/>
                  <a:pt x="108818" y="73744"/>
                </a:cubicBezTo>
                <a:lnTo>
                  <a:pt x="124693" y="89619"/>
                </a:lnTo>
                <a:cubicBezTo>
                  <a:pt x="126181" y="91108"/>
                  <a:pt x="127025" y="93117"/>
                  <a:pt x="127025" y="95225"/>
                </a:cubicBezTo>
                <a:cubicBezTo>
                  <a:pt x="127025" y="97334"/>
                  <a:pt x="126181" y="99343"/>
                  <a:pt x="124693" y="100831"/>
                </a:cubicBezTo>
                <a:lnTo>
                  <a:pt x="108818" y="116706"/>
                </a:ln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980555" y="4754783"/>
            <a:ext cx="47228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Polymorphism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980555" y="5008783"/>
            <a:ext cx="47148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Both Student and Admin use the inherited show_profile() method from User base class, demonstrating method overriding capabilities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672685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2250" y="66674"/>
            <a:ext cx="1162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D4A24E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03 - Core Features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22250" y="320674"/>
            <a:ext cx="117475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Authentication Flow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2250" y="796924"/>
            <a:ext cx="889000" cy="31750"/>
          </a:xfrm>
          <a:custGeom>
            <a:avLst/>
            <a:gdLst/>
            <a:ahLst/>
            <a:cxnLst/>
            <a:rect l="l" t="t" r="r" b="b"/>
            <a:pathLst>
              <a:path w="889000" h="31750">
                <a:moveTo>
                  <a:pt x="0" y="0"/>
                </a:moveTo>
                <a:lnTo>
                  <a:pt x="889000" y="0"/>
                </a:lnTo>
                <a:lnTo>
                  <a:pt x="889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5425" y="927099"/>
            <a:ext cx="4498975" cy="2609850"/>
          </a:xfrm>
          <a:custGeom>
            <a:avLst/>
            <a:gdLst/>
            <a:ahLst/>
            <a:cxnLst/>
            <a:rect l="l" t="t" r="r" b="b"/>
            <a:pathLst>
              <a:path w="4498975" h="2609850">
                <a:moveTo>
                  <a:pt x="63498" y="0"/>
                </a:moveTo>
                <a:lnTo>
                  <a:pt x="4435477" y="0"/>
                </a:lnTo>
                <a:cubicBezTo>
                  <a:pt x="4470546" y="0"/>
                  <a:pt x="4498975" y="28429"/>
                  <a:pt x="4498975" y="63498"/>
                </a:cubicBezTo>
                <a:lnTo>
                  <a:pt x="4498975" y="2546352"/>
                </a:lnTo>
                <a:cubicBezTo>
                  <a:pt x="4498975" y="2581421"/>
                  <a:pt x="4470546" y="2609850"/>
                  <a:pt x="4435477" y="2609850"/>
                </a:cubicBezTo>
                <a:lnTo>
                  <a:pt x="63498" y="2609850"/>
                </a:lnTo>
                <a:cubicBezTo>
                  <a:pt x="28429" y="2609850"/>
                  <a:pt x="0" y="2581421"/>
                  <a:pt x="0" y="2546352"/>
                </a:cubicBezTo>
                <a:lnTo>
                  <a:pt x="0" y="63498"/>
                </a:lnTo>
                <a:cubicBezTo>
                  <a:pt x="0" y="28429"/>
                  <a:pt x="28429" y="0"/>
                  <a:pt x="63498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07194" y="1120774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80801" y="0"/>
                  <a:pt x="82228" y="310"/>
                  <a:pt x="83530" y="899"/>
                </a:cubicBezTo>
                <a:lnTo>
                  <a:pt x="141945" y="25673"/>
                </a:lnTo>
                <a:cubicBezTo>
                  <a:pt x="148766" y="28556"/>
                  <a:pt x="153851" y="35285"/>
                  <a:pt x="153820" y="43408"/>
                </a:cubicBezTo>
                <a:cubicBezTo>
                  <a:pt x="153665" y="74166"/>
                  <a:pt x="141015" y="130442"/>
                  <a:pt x="87592" y="156021"/>
                </a:cubicBezTo>
                <a:cubicBezTo>
                  <a:pt x="82414" y="158502"/>
                  <a:pt x="76398" y="158502"/>
                  <a:pt x="71220" y="156021"/>
                </a:cubicBezTo>
                <a:cubicBezTo>
                  <a:pt x="17766" y="130442"/>
                  <a:pt x="5147" y="74166"/>
                  <a:pt x="4992" y="43408"/>
                </a:cubicBezTo>
                <a:cubicBezTo>
                  <a:pt x="4961" y="35285"/>
                  <a:pt x="10046" y="28556"/>
                  <a:pt x="16867" y="25673"/>
                </a:cubicBezTo>
                <a:lnTo>
                  <a:pt x="75251" y="899"/>
                </a:lnTo>
                <a:cubicBezTo>
                  <a:pt x="76553" y="310"/>
                  <a:pt x="77949" y="0"/>
                  <a:pt x="79375" y="0"/>
                </a:cubicBezTo>
                <a:close/>
                <a:moveTo>
                  <a:pt x="79375" y="20712"/>
                </a:moveTo>
                <a:lnTo>
                  <a:pt x="79375" y="137945"/>
                </a:lnTo>
                <a:cubicBezTo>
                  <a:pt x="122163" y="117233"/>
                  <a:pt x="133666" y="71344"/>
                  <a:pt x="133945" y="43873"/>
                </a:cubicBezTo>
                <a:lnTo>
                  <a:pt x="79375" y="20743"/>
                </a:lnTo>
                <a:lnTo>
                  <a:pt x="79375" y="20743"/>
                </a:ln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85787" y="1089024"/>
            <a:ext cx="40560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Security Features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7350" y="1470024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D4A24E">
              <a:alpha val="2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7717" y="1541462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6600" y="1438274"/>
            <a:ext cx="32940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Credential Validation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6600" y="1660524"/>
            <a:ext cx="32940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Username and password verified against passwords.txt file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7350" y="1978024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D4A24E">
              <a:alpha val="2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7717" y="2049462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6600" y="1946274"/>
            <a:ext cx="2968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Attempt Limiting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6600" y="2168524"/>
            <a:ext cx="2968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Maximum </a:t>
            </a:r>
            <a:r>
              <a:rPr lang="en-US" sz="10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3 login attempts</a:t>
            </a:r>
            <a:r>
              <a:rPr lang="en-US" sz="10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 before secure system exit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7350" y="2486024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D4A24E">
              <a:alpha val="2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7717" y="2557462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6600" y="2454274"/>
            <a:ext cx="3460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Role-Based Access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6600" y="2676524"/>
            <a:ext cx="3460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Role determined from users.txt after successful authentication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7350" y="2994024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D4A24E">
              <a:alpha val="2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7717" y="3065462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6600" y="2962274"/>
            <a:ext cx="31035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Dynamic Object Creation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6600" y="3184524"/>
            <a:ext cx="31035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Instantiates Admin or Student object based on user role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25425" y="3670300"/>
            <a:ext cx="4498975" cy="673100"/>
          </a:xfrm>
          <a:custGeom>
            <a:avLst/>
            <a:gdLst/>
            <a:ahLst/>
            <a:cxnLst/>
            <a:rect l="l" t="t" r="r" b="b"/>
            <a:pathLst>
              <a:path w="4498975" h="673100">
                <a:moveTo>
                  <a:pt x="63500" y="0"/>
                </a:moveTo>
                <a:lnTo>
                  <a:pt x="4435475" y="0"/>
                </a:lnTo>
                <a:cubicBezTo>
                  <a:pt x="4470545" y="0"/>
                  <a:pt x="4498975" y="28430"/>
                  <a:pt x="4498975" y="63500"/>
                </a:cubicBezTo>
                <a:lnTo>
                  <a:pt x="4498975" y="609600"/>
                </a:lnTo>
                <a:cubicBezTo>
                  <a:pt x="4498975" y="644670"/>
                  <a:pt x="4470545" y="673100"/>
                  <a:pt x="4435475" y="673100"/>
                </a:cubicBezTo>
                <a:lnTo>
                  <a:pt x="63500" y="673100"/>
                </a:lnTo>
                <a:cubicBezTo>
                  <a:pt x="28430" y="673100"/>
                  <a:pt x="0" y="644670"/>
                  <a:pt x="0" y="609600"/>
                </a:cubicBezTo>
                <a:lnTo>
                  <a:pt x="0" y="63500"/>
                </a:lnTo>
                <a:cubicBezTo>
                  <a:pt x="0" y="28454"/>
                  <a:pt x="28454" y="0"/>
                  <a:pt x="63500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4E">
                  <a:alpha val="20000"/>
                </a:srgbClr>
              </a:gs>
              <a:gs pos="100000">
                <a:srgbClr val="4A6C8C">
                  <a:alpha val="20000"/>
                </a:srgbClr>
              </a:gs>
            </a:gsLst>
            <a:lin ang="2700000" scaled="1"/>
          </a:gradFill>
          <a:ln w="10160">
            <a:solidFill>
              <a:srgbClr val="D4A24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03225" y="39116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8975" y="3800475"/>
            <a:ext cx="2333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Design Pattern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8975" y="3990975"/>
            <a:ext cx="23415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Factory Method for user instantiation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924425" y="927099"/>
            <a:ext cx="6848475" cy="5602288"/>
          </a:xfrm>
          <a:custGeom>
            <a:avLst/>
            <a:gdLst/>
            <a:ahLst/>
            <a:cxnLst/>
            <a:rect l="l" t="t" r="r" b="b"/>
            <a:pathLst>
              <a:path w="6848475" h="5602288">
                <a:moveTo>
                  <a:pt x="63474" y="0"/>
                </a:moveTo>
                <a:lnTo>
                  <a:pt x="6785001" y="0"/>
                </a:lnTo>
                <a:cubicBezTo>
                  <a:pt x="6820057" y="0"/>
                  <a:pt x="6848475" y="28418"/>
                  <a:pt x="6848475" y="63474"/>
                </a:cubicBezTo>
                <a:lnTo>
                  <a:pt x="6848475" y="5538814"/>
                </a:lnTo>
                <a:cubicBezTo>
                  <a:pt x="6848475" y="5573869"/>
                  <a:pt x="6820057" y="5602288"/>
                  <a:pt x="6785001" y="5602288"/>
                </a:cubicBezTo>
                <a:lnTo>
                  <a:pt x="63474" y="5602288"/>
                </a:lnTo>
                <a:cubicBezTo>
                  <a:pt x="28418" y="5602288"/>
                  <a:pt x="0" y="5573869"/>
                  <a:pt x="0" y="5538814"/>
                </a:cubicBezTo>
                <a:lnTo>
                  <a:pt x="0" y="63474"/>
                </a:lnTo>
                <a:cubicBezTo>
                  <a:pt x="0" y="28418"/>
                  <a:pt x="28418" y="0"/>
                  <a:pt x="63474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106194" y="1120774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0" y="24805"/>
                </a:moveTo>
                <a:cubicBezTo>
                  <a:pt x="0" y="16588"/>
                  <a:pt x="6666" y="9922"/>
                  <a:pt x="14883" y="9922"/>
                </a:cubicBezTo>
                <a:lnTo>
                  <a:pt x="44648" y="9922"/>
                </a:lnTo>
                <a:cubicBezTo>
                  <a:pt x="52865" y="9922"/>
                  <a:pt x="59531" y="16588"/>
                  <a:pt x="59531" y="24805"/>
                </a:cubicBezTo>
                <a:lnTo>
                  <a:pt x="59531" y="29766"/>
                </a:lnTo>
                <a:lnTo>
                  <a:pt x="99219" y="29766"/>
                </a:lnTo>
                <a:lnTo>
                  <a:pt x="99219" y="24805"/>
                </a:lnTo>
                <a:cubicBezTo>
                  <a:pt x="99219" y="16588"/>
                  <a:pt x="105885" y="9922"/>
                  <a:pt x="114102" y="9922"/>
                </a:cubicBezTo>
                <a:lnTo>
                  <a:pt x="143867" y="9922"/>
                </a:lnTo>
                <a:cubicBezTo>
                  <a:pt x="152084" y="9922"/>
                  <a:pt x="158750" y="16588"/>
                  <a:pt x="158750" y="24805"/>
                </a:cubicBezTo>
                <a:lnTo>
                  <a:pt x="158750" y="54570"/>
                </a:lnTo>
                <a:cubicBezTo>
                  <a:pt x="158750" y="62787"/>
                  <a:pt x="152084" y="69453"/>
                  <a:pt x="143867" y="69453"/>
                </a:cubicBezTo>
                <a:lnTo>
                  <a:pt x="114102" y="69453"/>
                </a:lnTo>
                <a:cubicBezTo>
                  <a:pt x="105885" y="69453"/>
                  <a:pt x="99219" y="62787"/>
                  <a:pt x="99219" y="54570"/>
                </a:cubicBezTo>
                <a:lnTo>
                  <a:pt x="99219" y="49609"/>
                </a:lnTo>
                <a:lnTo>
                  <a:pt x="59531" y="49609"/>
                </a:lnTo>
                <a:lnTo>
                  <a:pt x="59531" y="54570"/>
                </a:lnTo>
                <a:cubicBezTo>
                  <a:pt x="59531" y="56834"/>
                  <a:pt x="59004" y="59004"/>
                  <a:pt x="58105" y="60927"/>
                </a:cubicBezTo>
                <a:lnTo>
                  <a:pt x="79375" y="89297"/>
                </a:lnTo>
                <a:lnTo>
                  <a:pt x="104180" y="89297"/>
                </a:lnTo>
                <a:cubicBezTo>
                  <a:pt x="112396" y="89297"/>
                  <a:pt x="119062" y="95963"/>
                  <a:pt x="119062" y="104180"/>
                </a:cubicBezTo>
                <a:lnTo>
                  <a:pt x="119062" y="133945"/>
                </a:lnTo>
                <a:cubicBezTo>
                  <a:pt x="119062" y="142162"/>
                  <a:pt x="112396" y="148828"/>
                  <a:pt x="104180" y="148828"/>
                </a:cubicBezTo>
                <a:lnTo>
                  <a:pt x="74414" y="148828"/>
                </a:lnTo>
                <a:cubicBezTo>
                  <a:pt x="66198" y="148828"/>
                  <a:pt x="59531" y="142162"/>
                  <a:pt x="59531" y="133945"/>
                </a:cubicBezTo>
                <a:lnTo>
                  <a:pt x="59531" y="104180"/>
                </a:lnTo>
                <a:cubicBezTo>
                  <a:pt x="59531" y="101916"/>
                  <a:pt x="60058" y="99746"/>
                  <a:pt x="60958" y="97823"/>
                </a:cubicBezTo>
                <a:lnTo>
                  <a:pt x="39688" y="69453"/>
                </a:lnTo>
                <a:lnTo>
                  <a:pt x="14883" y="69453"/>
                </a:lnTo>
                <a:cubicBezTo>
                  <a:pt x="6666" y="69453"/>
                  <a:pt x="0" y="62787"/>
                  <a:pt x="0" y="54570"/>
                </a:cubicBezTo>
                <a:lnTo>
                  <a:pt x="0" y="24805"/>
                </a:ln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284787" y="1089024"/>
            <a:ext cx="64055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Login Flowchart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092700" y="1444624"/>
            <a:ext cx="6513512" cy="393700"/>
          </a:xfrm>
          <a:custGeom>
            <a:avLst/>
            <a:gdLst/>
            <a:ahLst/>
            <a:cxnLst/>
            <a:rect l="l" t="t" r="r" b="b"/>
            <a:pathLst>
              <a:path w="6513512" h="393700">
                <a:moveTo>
                  <a:pt x="63500" y="0"/>
                </a:moveTo>
                <a:lnTo>
                  <a:pt x="6450013" y="0"/>
                </a:lnTo>
                <a:cubicBezTo>
                  <a:pt x="6485083" y="0"/>
                  <a:pt x="6513512" y="28430"/>
                  <a:pt x="6513512" y="63500"/>
                </a:cubicBezTo>
                <a:lnTo>
                  <a:pt x="6513512" y="330200"/>
                </a:lnTo>
                <a:cubicBezTo>
                  <a:pt x="6513512" y="365270"/>
                  <a:pt x="6485083" y="393700"/>
                  <a:pt x="6450013" y="393700"/>
                </a:cubicBezTo>
                <a:lnTo>
                  <a:pt x="63500" y="393700"/>
                </a:lnTo>
                <a:cubicBezTo>
                  <a:pt x="28430" y="393700"/>
                  <a:pt x="0" y="365270"/>
                  <a:pt x="0" y="3302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D4A24E">
              <a:alpha val="20000"/>
            </a:srgbClr>
          </a:solidFill>
          <a:ln w="20320">
            <a:solidFill>
              <a:srgbClr val="D4A2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081665" y="1571625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22622" y="9153"/>
                </a:moveTo>
                <a:cubicBezTo>
                  <a:pt x="19546" y="7466"/>
                  <a:pt x="15825" y="7541"/>
                  <a:pt x="12799" y="9327"/>
                </a:cubicBezTo>
                <a:cubicBezTo>
                  <a:pt x="9773" y="11113"/>
                  <a:pt x="7938" y="14362"/>
                  <a:pt x="7938" y="17859"/>
                </a:cubicBezTo>
                <a:lnTo>
                  <a:pt x="7938" y="109141"/>
                </a:lnTo>
                <a:cubicBezTo>
                  <a:pt x="7938" y="112638"/>
                  <a:pt x="9798" y="115888"/>
                  <a:pt x="12799" y="117673"/>
                </a:cubicBezTo>
                <a:cubicBezTo>
                  <a:pt x="15801" y="119459"/>
                  <a:pt x="19546" y="119534"/>
                  <a:pt x="22622" y="117847"/>
                </a:cubicBezTo>
                <a:lnTo>
                  <a:pt x="105966" y="72206"/>
                </a:lnTo>
                <a:cubicBezTo>
                  <a:pt x="109141" y="70470"/>
                  <a:pt x="111125" y="67121"/>
                  <a:pt x="111125" y="63500"/>
                </a:cubicBezTo>
                <a:cubicBezTo>
                  <a:pt x="111125" y="59879"/>
                  <a:pt x="109141" y="56530"/>
                  <a:pt x="105966" y="54794"/>
                </a:cubicBezTo>
                <a:lnTo>
                  <a:pt x="22622" y="9153"/>
                </a:lnTo>
                <a:close/>
              </a:path>
            </a:pathLst>
          </a:custGeom>
          <a:solidFill>
            <a:srgbClr val="E8ECEF"/>
          </a:solidFill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360988" y="1546225"/>
            <a:ext cx="6175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START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290719" y="1908174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52524" y="155835"/>
                </a:moveTo>
                <a:cubicBezTo>
                  <a:pt x="56400" y="159711"/>
                  <a:pt x="62694" y="159711"/>
                  <a:pt x="66570" y="155835"/>
                </a:cubicBezTo>
                <a:lnTo>
                  <a:pt x="116179" y="106226"/>
                </a:lnTo>
                <a:cubicBezTo>
                  <a:pt x="120055" y="102350"/>
                  <a:pt x="120055" y="96056"/>
                  <a:pt x="116179" y="92180"/>
                </a:cubicBezTo>
                <a:cubicBezTo>
                  <a:pt x="112303" y="88305"/>
                  <a:pt x="106009" y="88305"/>
                  <a:pt x="102133" y="92180"/>
                </a:cubicBezTo>
                <a:lnTo>
                  <a:pt x="69453" y="124861"/>
                </a:lnTo>
                <a:lnTo>
                  <a:pt x="69453" y="9922"/>
                </a:lnTo>
                <a:cubicBezTo>
                  <a:pt x="69453" y="4434"/>
                  <a:pt x="65019" y="0"/>
                  <a:pt x="59531" y="0"/>
                </a:cubicBezTo>
                <a:cubicBezTo>
                  <a:pt x="54043" y="0"/>
                  <a:pt x="49609" y="4434"/>
                  <a:pt x="49609" y="9922"/>
                </a:cubicBezTo>
                <a:lnTo>
                  <a:pt x="49609" y="124861"/>
                </a:lnTo>
                <a:lnTo>
                  <a:pt x="16929" y="92180"/>
                </a:lnTo>
                <a:cubicBezTo>
                  <a:pt x="13053" y="88305"/>
                  <a:pt x="6759" y="88305"/>
                  <a:pt x="2884" y="92180"/>
                </a:cubicBezTo>
                <a:cubicBezTo>
                  <a:pt x="-992" y="96056"/>
                  <a:pt x="-992" y="102350"/>
                  <a:pt x="2884" y="106226"/>
                </a:cubicBezTo>
                <a:lnTo>
                  <a:pt x="52493" y="155835"/>
                </a:ln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092700" y="2136774"/>
            <a:ext cx="6513512" cy="393700"/>
          </a:xfrm>
          <a:custGeom>
            <a:avLst/>
            <a:gdLst/>
            <a:ahLst/>
            <a:cxnLst/>
            <a:rect l="l" t="t" r="r" b="b"/>
            <a:pathLst>
              <a:path w="6513512" h="393700">
                <a:moveTo>
                  <a:pt x="63500" y="0"/>
                </a:moveTo>
                <a:lnTo>
                  <a:pt x="6450013" y="0"/>
                </a:lnTo>
                <a:cubicBezTo>
                  <a:pt x="6485083" y="0"/>
                  <a:pt x="6513512" y="28430"/>
                  <a:pt x="6513512" y="63500"/>
                </a:cubicBezTo>
                <a:lnTo>
                  <a:pt x="6513512" y="330200"/>
                </a:lnTo>
                <a:cubicBezTo>
                  <a:pt x="6513512" y="365270"/>
                  <a:pt x="6485083" y="393700"/>
                  <a:pt x="6450013" y="393700"/>
                </a:cubicBezTo>
                <a:lnTo>
                  <a:pt x="63500" y="393700"/>
                </a:lnTo>
                <a:cubicBezTo>
                  <a:pt x="28430" y="393700"/>
                  <a:pt x="0" y="365270"/>
                  <a:pt x="0" y="3302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 w="20320">
            <a:solidFill>
              <a:srgbClr val="4A6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779147" y="2263774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15875" y="15875"/>
                </a:moveTo>
                <a:cubicBezTo>
                  <a:pt x="7119" y="15875"/>
                  <a:pt x="0" y="22994"/>
                  <a:pt x="0" y="31750"/>
                </a:cubicBezTo>
                <a:lnTo>
                  <a:pt x="0" y="95250"/>
                </a:lnTo>
                <a:cubicBezTo>
                  <a:pt x="0" y="104006"/>
                  <a:pt x="7119" y="111125"/>
                  <a:pt x="15875" y="111125"/>
                </a:cubicBezTo>
                <a:lnTo>
                  <a:pt x="127000" y="111125"/>
                </a:lnTo>
                <a:cubicBezTo>
                  <a:pt x="135756" y="111125"/>
                  <a:pt x="142875" y="104006"/>
                  <a:pt x="142875" y="95250"/>
                </a:cubicBezTo>
                <a:lnTo>
                  <a:pt x="142875" y="31750"/>
                </a:lnTo>
                <a:cubicBezTo>
                  <a:pt x="142875" y="22994"/>
                  <a:pt x="135756" y="15875"/>
                  <a:pt x="127000" y="15875"/>
                </a:cubicBezTo>
                <a:lnTo>
                  <a:pt x="15875" y="15875"/>
                </a:lnTo>
                <a:close/>
                <a:moveTo>
                  <a:pt x="19844" y="31750"/>
                </a:moveTo>
                <a:lnTo>
                  <a:pt x="27781" y="31750"/>
                </a:lnTo>
                <a:cubicBezTo>
                  <a:pt x="29964" y="31750"/>
                  <a:pt x="31750" y="33536"/>
                  <a:pt x="31750" y="35719"/>
                </a:cubicBezTo>
                <a:lnTo>
                  <a:pt x="31750" y="43656"/>
                </a:lnTo>
                <a:cubicBezTo>
                  <a:pt x="31750" y="45839"/>
                  <a:pt x="29964" y="47625"/>
                  <a:pt x="27781" y="47625"/>
                </a:cubicBezTo>
                <a:lnTo>
                  <a:pt x="19844" y="47625"/>
                </a:lnTo>
                <a:cubicBezTo>
                  <a:pt x="17661" y="47625"/>
                  <a:pt x="15875" y="45839"/>
                  <a:pt x="15875" y="43656"/>
                </a:cubicBezTo>
                <a:lnTo>
                  <a:pt x="15875" y="35719"/>
                </a:lnTo>
                <a:cubicBezTo>
                  <a:pt x="15875" y="33536"/>
                  <a:pt x="17661" y="31750"/>
                  <a:pt x="19844" y="31750"/>
                </a:cubicBezTo>
                <a:close/>
                <a:moveTo>
                  <a:pt x="15875" y="59531"/>
                </a:moveTo>
                <a:cubicBezTo>
                  <a:pt x="15875" y="57348"/>
                  <a:pt x="17661" y="55563"/>
                  <a:pt x="19844" y="55563"/>
                </a:cubicBezTo>
                <a:lnTo>
                  <a:pt x="27781" y="55563"/>
                </a:lnTo>
                <a:cubicBezTo>
                  <a:pt x="29964" y="55563"/>
                  <a:pt x="31750" y="57348"/>
                  <a:pt x="31750" y="59531"/>
                </a:cubicBezTo>
                <a:lnTo>
                  <a:pt x="31750" y="67469"/>
                </a:lnTo>
                <a:cubicBezTo>
                  <a:pt x="31750" y="69652"/>
                  <a:pt x="29964" y="71438"/>
                  <a:pt x="27781" y="71438"/>
                </a:cubicBezTo>
                <a:lnTo>
                  <a:pt x="19844" y="71438"/>
                </a:lnTo>
                <a:cubicBezTo>
                  <a:pt x="17661" y="71438"/>
                  <a:pt x="15875" y="69652"/>
                  <a:pt x="15875" y="67469"/>
                </a:cubicBezTo>
                <a:lnTo>
                  <a:pt x="15875" y="59531"/>
                </a:lnTo>
                <a:close/>
                <a:moveTo>
                  <a:pt x="43656" y="31750"/>
                </a:moveTo>
                <a:lnTo>
                  <a:pt x="51594" y="31750"/>
                </a:lnTo>
                <a:cubicBezTo>
                  <a:pt x="53777" y="31750"/>
                  <a:pt x="55563" y="33536"/>
                  <a:pt x="55563" y="35719"/>
                </a:cubicBezTo>
                <a:lnTo>
                  <a:pt x="55563" y="43656"/>
                </a:lnTo>
                <a:cubicBezTo>
                  <a:pt x="55563" y="45839"/>
                  <a:pt x="53777" y="47625"/>
                  <a:pt x="51594" y="47625"/>
                </a:cubicBezTo>
                <a:lnTo>
                  <a:pt x="43656" y="47625"/>
                </a:lnTo>
                <a:cubicBezTo>
                  <a:pt x="41473" y="47625"/>
                  <a:pt x="39688" y="45839"/>
                  <a:pt x="39688" y="43656"/>
                </a:cubicBezTo>
                <a:lnTo>
                  <a:pt x="39688" y="35719"/>
                </a:lnTo>
                <a:cubicBezTo>
                  <a:pt x="39688" y="33536"/>
                  <a:pt x="41473" y="31750"/>
                  <a:pt x="43656" y="31750"/>
                </a:cubicBezTo>
                <a:close/>
                <a:moveTo>
                  <a:pt x="39688" y="59531"/>
                </a:moveTo>
                <a:cubicBezTo>
                  <a:pt x="39688" y="57348"/>
                  <a:pt x="41473" y="55563"/>
                  <a:pt x="43656" y="55563"/>
                </a:cubicBezTo>
                <a:lnTo>
                  <a:pt x="51594" y="55563"/>
                </a:lnTo>
                <a:cubicBezTo>
                  <a:pt x="53777" y="55563"/>
                  <a:pt x="55563" y="57348"/>
                  <a:pt x="55563" y="59531"/>
                </a:cubicBezTo>
                <a:lnTo>
                  <a:pt x="55563" y="67469"/>
                </a:lnTo>
                <a:cubicBezTo>
                  <a:pt x="55563" y="69652"/>
                  <a:pt x="53777" y="71438"/>
                  <a:pt x="51594" y="71438"/>
                </a:cubicBezTo>
                <a:lnTo>
                  <a:pt x="43656" y="71438"/>
                </a:lnTo>
                <a:cubicBezTo>
                  <a:pt x="41473" y="71438"/>
                  <a:pt x="39688" y="69652"/>
                  <a:pt x="39688" y="67469"/>
                </a:cubicBezTo>
                <a:lnTo>
                  <a:pt x="39688" y="59531"/>
                </a:lnTo>
                <a:close/>
                <a:moveTo>
                  <a:pt x="43656" y="79375"/>
                </a:moveTo>
                <a:lnTo>
                  <a:pt x="99219" y="79375"/>
                </a:lnTo>
                <a:cubicBezTo>
                  <a:pt x="101402" y="79375"/>
                  <a:pt x="103188" y="81161"/>
                  <a:pt x="103188" y="83344"/>
                </a:cubicBezTo>
                <a:lnTo>
                  <a:pt x="103188" y="91281"/>
                </a:lnTo>
                <a:cubicBezTo>
                  <a:pt x="103188" y="93464"/>
                  <a:pt x="101402" y="95250"/>
                  <a:pt x="99219" y="95250"/>
                </a:cubicBezTo>
                <a:lnTo>
                  <a:pt x="43656" y="95250"/>
                </a:lnTo>
                <a:cubicBezTo>
                  <a:pt x="41473" y="95250"/>
                  <a:pt x="39688" y="93464"/>
                  <a:pt x="39688" y="91281"/>
                </a:cubicBezTo>
                <a:lnTo>
                  <a:pt x="39688" y="83344"/>
                </a:lnTo>
                <a:cubicBezTo>
                  <a:pt x="39688" y="81161"/>
                  <a:pt x="41473" y="79375"/>
                  <a:pt x="43656" y="79375"/>
                </a:cubicBezTo>
                <a:close/>
                <a:moveTo>
                  <a:pt x="63500" y="35719"/>
                </a:moveTo>
                <a:cubicBezTo>
                  <a:pt x="63500" y="33536"/>
                  <a:pt x="65286" y="31750"/>
                  <a:pt x="67469" y="31750"/>
                </a:cubicBezTo>
                <a:lnTo>
                  <a:pt x="75406" y="31750"/>
                </a:lnTo>
                <a:cubicBezTo>
                  <a:pt x="77589" y="31750"/>
                  <a:pt x="79375" y="33536"/>
                  <a:pt x="79375" y="35719"/>
                </a:cubicBezTo>
                <a:lnTo>
                  <a:pt x="79375" y="43656"/>
                </a:lnTo>
                <a:cubicBezTo>
                  <a:pt x="79375" y="45839"/>
                  <a:pt x="77589" y="47625"/>
                  <a:pt x="75406" y="47625"/>
                </a:cubicBezTo>
                <a:lnTo>
                  <a:pt x="67469" y="47625"/>
                </a:lnTo>
                <a:cubicBezTo>
                  <a:pt x="65286" y="47625"/>
                  <a:pt x="63500" y="45839"/>
                  <a:pt x="63500" y="43656"/>
                </a:cubicBezTo>
                <a:lnTo>
                  <a:pt x="63500" y="35719"/>
                </a:lnTo>
                <a:close/>
                <a:moveTo>
                  <a:pt x="67469" y="55563"/>
                </a:moveTo>
                <a:lnTo>
                  <a:pt x="75406" y="55563"/>
                </a:lnTo>
                <a:cubicBezTo>
                  <a:pt x="77589" y="55563"/>
                  <a:pt x="79375" y="57348"/>
                  <a:pt x="79375" y="59531"/>
                </a:cubicBezTo>
                <a:lnTo>
                  <a:pt x="79375" y="67469"/>
                </a:lnTo>
                <a:cubicBezTo>
                  <a:pt x="79375" y="69652"/>
                  <a:pt x="77589" y="71438"/>
                  <a:pt x="75406" y="71438"/>
                </a:cubicBezTo>
                <a:lnTo>
                  <a:pt x="67469" y="71438"/>
                </a:lnTo>
                <a:cubicBezTo>
                  <a:pt x="65286" y="71438"/>
                  <a:pt x="63500" y="69652"/>
                  <a:pt x="63500" y="67469"/>
                </a:cubicBezTo>
                <a:lnTo>
                  <a:pt x="63500" y="59531"/>
                </a:lnTo>
                <a:cubicBezTo>
                  <a:pt x="63500" y="57348"/>
                  <a:pt x="65286" y="55563"/>
                  <a:pt x="67469" y="55563"/>
                </a:cubicBezTo>
                <a:close/>
                <a:moveTo>
                  <a:pt x="87313" y="35719"/>
                </a:moveTo>
                <a:cubicBezTo>
                  <a:pt x="87313" y="33536"/>
                  <a:pt x="89098" y="31750"/>
                  <a:pt x="91281" y="31750"/>
                </a:cubicBezTo>
                <a:lnTo>
                  <a:pt x="99219" y="31750"/>
                </a:lnTo>
                <a:cubicBezTo>
                  <a:pt x="101402" y="31750"/>
                  <a:pt x="103188" y="33536"/>
                  <a:pt x="103188" y="35719"/>
                </a:cubicBezTo>
                <a:lnTo>
                  <a:pt x="103188" y="43656"/>
                </a:lnTo>
                <a:cubicBezTo>
                  <a:pt x="103188" y="45839"/>
                  <a:pt x="101402" y="47625"/>
                  <a:pt x="99219" y="47625"/>
                </a:cubicBezTo>
                <a:lnTo>
                  <a:pt x="91281" y="47625"/>
                </a:lnTo>
                <a:cubicBezTo>
                  <a:pt x="89098" y="47625"/>
                  <a:pt x="87313" y="45839"/>
                  <a:pt x="87313" y="43656"/>
                </a:cubicBezTo>
                <a:lnTo>
                  <a:pt x="87313" y="35719"/>
                </a:lnTo>
                <a:close/>
                <a:moveTo>
                  <a:pt x="91281" y="55563"/>
                </a:moveTo>
                <a:lnTo>
                  <a:pt x="99219" y="55563"/>
                </a:lnTo>
                <a:cubicBezTo>
                  <a:pt x="101402" y="55563"/>
                  <a:pt x="103188" y="57348"/>
                  <a:pt x="103188" y="59531"/>
                </a:cubicBezTo>
                <a:lnTo>
                  <a:pt x="103188" y="67469"/>
                </a:lnTo>
                <a:cubicBezTo>
                  <a:pt x="103188" y="69652"/>
                  <a:pt x="101402" y="71438"/>
                  <a:pt x="99219" y="71438"/>
                </a:cubicBezTo>
                <a:lnTo>
                  <a:pt x="91281" y="71438"/>
                </a:lnTo>
                <a:cubicBezTo>
                  <a:pt x="89098" y="71438"/>
                  <a:pt x="87313" y="69652"/>
                  <a:pt x="87313" y="67469"/>
                </a:cubicBezTo>
                <a:lnTo>
                  <a:pt x="87313" y="59531"/>
                </a:lnTo>
                <a:cubicBezTo>
                  <a:pt x="87313" y="57348"/>
                  <a:pt x="89098" y="55563"/>
                  <a:pt x="91281" y="55563"/>
                </a:cubicBezTo>
                <a:close/>
                <a:moveTo>
                  <a:pt x="111125" y="35719"/>
                </a:moveTo>
                <a:cubicBezTo>
                  <a:pt x="111125" y="33536"/>
                  <a:pt x="112911" y="31750"/>
                  <a:pt x="115094" y="31750"/>
                </a:cubicBezTo>
                <a:lnTo>
                  <a:pt x="123031" y="31750"/>
                </a:lnTo>
                <a:cubicBezTo>
                  <a:pt x="125214" y="31750"/>
                  <a:pt x="127000" y="33536"/>
                  <a:pt x="127000" y="35719"/>
                </a:cubicBezTo>
                <a:lnTo>
                  <a:pt x="127000" y="43656"/>
                </a:lnTo>
                <a:cubicBezTo>
                  <a:pt x="127000" y="45839"/>
                  <a:pt x="125214" y="47625"/>
                  <a:pt x="123031" y="47625"/>
                </a:cubicBezTo>
                <a:lnTo>
                  <a:pt x="115094" y="47625"/>
                </a:lnTo>
                <a:cubicBezTo>
                  <a:pt x="112911" y="47625"/>
                  <a:pt x="111125" y="45839"/>
                  <a:pt x="111125" y="43656"/>
                </a:cubicBezTo>
                <a:lnTo>
                  <a:pt x="111125" y="35719"/>
                </a:lnTo>
                <a:close/>
                <a:moveTo>
                  <a:pt x="115094" y="55563"/>
                </a:moveTo>
                <a:lnTo>
                  <a:pt x="123031" y="55563"/>
                </a:lnTo>
                <a:cubicBezTo>
                  <a:pt x="125214" y="55563"/>
                  <a:pt x="127000" y="57348"/>
                  <a:pt x="127000" y="59531"/>
                </a:cubicBezTo>
                <a:lnTo>
                  <a:pt x="127000" y="67469"/>
                </a:lnTo>
                <a:cubicBezTo>
                  <a:pt x="127000" y="69652"/>
                  <a:pt x="125214" y="71438"/>
                  <a:pt x="123031" y="71438"/>
                </a:cubicBezTo>
                <a:lnTo>
                  <a:pt x="115094" y="71438"/>
                </a:lnTo>
                <a:cubicBezTo>
                  <a:pt x="112911" y="71438"/>
                  <a:pt x="111125" y="69652"/>
                  <a:pt x="111125" y="67469"/>
                </a:cubicBezTo>
                <a:lnTo>
                  <a:pt x="111125" y="59531"/>
                </a:lnTo>
                <a:cubicBezTo>
                  <a:pt x="111125" y="57348"/>
                  <a:pt x="112911" y="55563"/>
                  <a:pt x="115094" y="55563"/>
                </a:cubicBezTo>
                <a:close/>
              </a:path>
            </a:pathLst>
          </a:custGeom>
          <a:solidFill>
            <a:srgbClr val="E8ECEF"/>
          </a:solidFill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360988" y="2238375"/>
            <a:ext cx="6175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Enter Credentials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90719" y="2600324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52524" y="155835"/>
                </a:moveTo>
                <a:cubicBezTo>
                  <a:pt x="56400" y="159711"/>
                  <a:pt x="62694" y="159711"/>
                  <a:pt x="66570" y="155835"/>
                </a:cubicBezTo>
                <a:lnTo>
                  <a:pt x="116179" y="106226"/>
                </a:lnTo>
                <a:cubicBezTo>
                  <a:pt x="120055" y="102350"/>
                  <a:pt x="120055" y="96056"/>
                  <a:pt x="116179" y="92180"/>
                </a:cubicBezTo>
                <a:cubicBezTo>
                  <a:pt x="112303" y="88305"/>
                  <a:pt x="106009" y="88305"/>
                  <a:pt x="102133" y="92180"/>
                </a:cubicBezTo>
                <a:lnTo>
                  <a:pt x="69453" y="124861"/>
                </a:lnTo>
                <a:lnTo>
                  <a:pt x="69453" y="9922"/>
                </a:lnTo>
                <a:cubicBezTo>
                  <a:pt x="69453" y="4434"/>
                  <a:pt x="65019" y="0"/>
                  <a:pt x="59531" y="0"/>
                </a:cubicBezTo>
                <a:cubicBezTo>
                  <a:pt x="54043" y="0"/>
                  <a:pt x="49609" y="4434"/>
                  <a:pt x="49609" y="9922"/>
                </a:cubicBezTo>
                <a:lnTo>
                  <a:pt x="49609" y="124861"/>
                </a:lnTo>
                <a:lnTo>
                  <a:pt x="16929" y="92180"/>
                </a:lnTo>
                <a:cubicBezTo>
                  <a:pt x="13053" y="88305"/>
                  <a:pt x="6759" y="88305"/>
                  <a:pt x="2884" y="92180"/>
                </a:cubicBezTo>
                <a:cubicBezTo>
                  <a:pt x="-992" y="96056"/>
                  <a:pt x="-992" y="102350"/>
                  <a:pt x="2884" y="106226"/>
                </a:cubicBezTo>
                <a:lnTo>
                  <a:pt x="52493" y="155835"/>
                </a:ln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092700" y="2828924"/>
            <a:ext cx="6513512" cy="393700"/>
          </a:xfrm>
          <a:custGeom>
            <a:avLst/>
            <a:gdLst/>
            <a:ahLst/>
            <a:cxnLst/>
            <a:rect l="l" t="t" r="r" b="b"/>
            <a:pathLst>
              <a:path w="6513512" h="393700">
                <a:moveTo>
                  <a:pt x="63500" y="0"/>
                </a:moveTo>
                <a:lnTo>
                  <a:pt x="6450013" y="0"/>
                </a:lnTo>
                <a:cubicBezTo>
                  <a:pt x="6485083" y="0"/>
                  <a:pt x="6513512" y="28430"/>
                  <a:pt x="6513512" y="63500"/>
                </a:cubicBezTo>
                <a:lnTo>
                  <a:pt x="6513512" y="330200"/>
                </a:lnTo>
                <a:cubicBezTo>
                  <a:pt x="6513512" y="365270"/>
                  <a:pt x="6485083" y="393700"/>
                  <a:pt x="6450013" y="393700"/>
                </a:cubicBezTo>
                <a:lnTo>
                  <a:pt x="63500" y="393700"/>
                </a:lnTo>
                <a:cubicBezTo>
                  <a:pt x="28430" y="393700"/>
                  <a:pt x="0" y="365270"/>
                  <a:pt x="0" y="3302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 w="20320">
            <a:solidFill>
              <a:srgbClr val="4A6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682706" y="2955924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03188" y="51594"/>
                </a:moveTo>
                <a:cubicBezTo>
                  <a:pt x="103188" y="62979"/>
                  <a:pt x="99492" y="73496"/>
                  <a:pt x="93266" y="82029"/>
                </a:cubicBezTo>
                <a:lnTo>
                  <a:pt x="124668" y="113457"/>
                </a:lnTo>
                <a:cubicBezTo>
                  <a:pt x="127769" y="116557"/>
                  <a:pt x="127769" y="121593"/>
                  <a:pt x="124668" y="124693"/>
                </a:cubicBezTo>
                <a:cubicBezTo>
                  <a:pt x="121568" y="127794"/>
                  <a:pt x="116532" y="127794"/>
                  <a:pt x="113432" y="124693"/>
                </a:cubicBezTo>
                <a:lnTo>
                  <a:pt x="82029" y="93266"/>
                </a:lnTo>
                <a:cubicBezTo>
                  <a:pt x="73496" y="99492"/>
                  <a:pt x="62979" y="103188"/>
                  <a:pt x="51594" y="103188"/>
                </a:cubicBezTo>
                <a:cubicBezTo>
                  <a:pt x="23093" y="103188"/>
                  <a:pt x="0" y="80094"/>
                  <a:pt x="0" y="51594"/>
                </a:cubicBezTo>
                <a:cubicBezTo>
                  <a:pt x="0" y="23093"/>
                  <a:pt x="23093" y="0"/>
                  <a:pt x="51594" y="0"/>
                </a:cubicBezTo>
                <a:cubicBezTo>
                  <a:pt x="80094" y="0"/>
                  <a:pt x="103188" y="23093"/>
                  <a:pt x="103188" y="51594"/>
                </a:cubicBezTo>
                <a:close/>
                <a:moveTo>
                  <a:pt x="51594" y="87313"/>
                </a:moveTo>
                <a:cubicBezTo>
                  <a:pt x="71307" y="87313"/>
                  <a:pt x="87313" y="71307"/>
                  <a:pt x="87313" y="51594"/>
                </a:cubicBezTo>
                <a:cubicBezTo>
                  <a:pt x="87313" y="31880"/>
                  <a:pt x="71307" y="15875"/>
                  <a:pt x="51594" y="15875"/>
                </a:cubicBezTo>
                <a:cubicBezTo>
                  <a:pt x="31880" y="15875"/>
                  <a:pt x="15875" y="31880"/>
                  <a:pt x="15875" y="51594"/>
                </a:cubicBezTo>
                <a:cubicBezTo>
                  <a:pt x="15875" y="71307"/>
                  <a:pt x="31880" y="87313"/>
                  <a:pt x="51594" y="87313"/>
                </a:cubicBezTo>
                <a:close/>
              </a:path>
            </a:pathLst>
          </a:custGeom>
          <a:solidFill>
            <a:srgbClr val="E8ECEF"/>
          </a:solidFill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360988" y="2930524"/>
            <a:ext cx="6175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Check passwords.txt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90719" y="3292475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52524" y="155835"/>
                </a:moveTo>
                <a:cubicBezTo>
                  <a:pt x="56400" y="159711"/>
                  <a:pt x="62694" y="159711"/>
                  <a:pt x="66570" y="155835"/>
                </a:cubicBezTo>
                <a:lnTo>
                  <a:pt x="116179" y="106226"/>
                </a:lnTo>
                <a:cubicBezTo>
                  <a:pt x="120055" y="102350"/>
                  <a:pt x="120055" y="96056"/>
                  <a:pt x="116179" y="92180"/>
                </a:cubicBezTo>
                <a:cubicBezTo>
                  <a:pt x="112303" y="88305"/>
                  <a:pt x="106009" y="88305"/>
                  <a:pt x="102133" y="92180"/>
                </a:cubicBezTo>
                <a:lnTo>
                  <a:pt x="69453" y="124861"/>
                </a:lnTo>
                <a:lnTo>
                  <a:pt x="69453" y="9922"/>
                </a:lnTo>
                <a:cubicBezTo>
                  <a:pt x="69453" y="4434"/>
                  <a:pt x="65019" y="0"/>
                  <a:pt x="59531" y="0"/>
                </a:cubicBezTo>
                <a:cubicBezTo>
                  <a:pt x="54043" y="0"/>
                  <a:pt x="49609" y="4434"/>
                  <a:pt x="49609" y="9922"/>
                </a:cubicBezTo>
                <a:lnTo>
                  <a:pt x="49609" y="124861"/>
                </a:lnTo>
                <a:lnTo>
                  <a:pt x="16929" y="92180"/>
                </a:lnTo>
                <a:cubicBezTo>
                  <a:pt x="13053" y="88305"/>
                  <a:pt x="6759" y="88305"/>
                  <a:pt x="2884" y="92180"/>
                </a:cubicBezTo>
                <a:cubicBezTo>
                  <a:pt x="-992" y="96056"/>
                  <a:pt x="-992" y="102350"/>
                  <a:pt x="2884" y="106226"/>
                </a:cubicBezTo>
                <a:lnTo>
                  <a:pt x="52493" y="155835"/>
                </a:ln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092700" y="3521075"/>
            <a:ext cx="3251200" cy="790575"/>
          </a:xfrm>
          <a:custGeom>
            <a:avLst/>
            <a:gdLst/>
            <a:ahLst/>
            <a:cxnLst/>
            <a:rect l="l" t="t" r="r" b="b"/>
            <a:pathLst>
              <a:path w="3251200" h="790575">
                <a:moveTo>
                  <a:pt x="63499" y="0"/>
                </a:moveTo>
                <a:lnTo>
                  <a:pt x="3187701" y="0"/>
                </a:lnTo>
                <a:cubicBezTo>
                  <a:pt x="3222771" y="0"/>
                  <a:pt x="3251200" y="28429"/>
                  <a:pt x="3251200" y="63499"/>
                </a:cubicBezTo>
                <a:lnTo>
                  <a:pt x="3251200" y="727076"/>
                </a:lnTo>
                <a:cubicBezTo>
                  <a:pt x="3251200" y="762146"/>
                  <a:pt x="3222771" y="790575"/>
                  <a:pt x="3187701" y="790575"/>
                </a:cubicBezTo>
                <a:lnTo>
                  <a:pt x="63499" y="790575"/>
                </a:lnTo>
                <a:cubicBezTo>
                  <a:pt x="28429" y="790575"/>
                  <a:pt x="0" y="762146"/>
                  <a:pt x="0" y="727076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788A9C">
              <a:alpha val="30196"/>
            </a:srgbClr>
          </a:solidFill>
          <a:ln w="20320">
            <a:solidFill>
              <a:srgbClr val="788A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162550" y="3622674"/>
            <a:ext cx="3111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Correct?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197475" y="3879849"/>
            <a:ext cx="1482725" cy="323850"/>
          </a:xfrm>
          <a:custGeom>
            <a:avLst/>
            <a:gdLst/>
            <a:ahLst/>
            <a:cxnLst/>
            <a:rect l="l" t="t" r="r" b="b"/>
            <a:pathLst>
              <a:path w="1482725" h="323850">
                <a:moveTo>
                  <a:pt x="31750" y="0"/>
                </a:moveTo>
                <a:lnTo>
                  <a:pt x="1450975" y="0"/>
                </a:lnTo>
                <a:cubicBezTo>
                  <a:pt x="1468510" y="0"/>
                  <a:pt x="1482725" y="14215"/>
                  <a:pt x="1482725" y="31750"/>
                </a:cubicBezTo>
                <a:lnTo>
                  <a:pt x="1482725" y="292100"/>
                </a:lnTo>
                <a:cubicBezTo>
                  <a:pt x="1482725" y="309635"/>
                  <a:pt x="1468510" y="323850"/>
                  <a:pt x="1450975" y="323850"/>
                </a:cubicBezTo>
                <a:lnTo>
                  <a:pt x="31750" y="323850"/>
                </a:lnTo>
                <a:cubicBezTo>
                  <a:pt x="14215" y="323850"/>
                  <a:pt x="0" y="309635"/>
                  <a:pt x="0" y="292100"/>
                </a:cubicBezTo>
                <a:lnTo>
                  <a:pt x="0" y="31750"/>
                </a:lnTo>
                <a:cubicBezTo>
                  <a:pt x="0" y="14215"/>
                  <a:pt x="14215" y="0"/>
                  <a:pt x="31750" y="0"/>
                </a:cubicBezTo>
                <a:close/>
              </a:path>
            </a:pathLst>
          </a:custGeom>
          <a:solidFill>
            <a:srgbClr val="1D9E75">
              <a:alpha val="20000"/>
            </a:srgbClr>
          </a:solidFill>
          <a:ln w="1016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232400" y="3946524"/>
            <a:ext cx="1412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D9E75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YES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753225" y="3879849"/>
            <a:ext cx="1482725" cy="323850"/>
          </a:xfrm>
          <a:custGeom>
            <a:avLst/>
            <a:gdLst/>
            <a:ahLst/>
            <a:cxnLst/>
            <a:rect l="l" t="t" r="r" b="b"/>
            <a:pathLst>
              <a:path w="1482725" h="323850">
                <a:moveTo>
                  <a:pt x="31750" y="0"/>
                </a:moveTo>
                <a:lnTo>
                  <a:pt x="1450975" y="0"/>
                </a:lnTo>
                <a:cubicBezTo>
                  <a:pt x="1468510" y="0"/>
                  <a:pt x="1482725" y="14215"/>
                  <a:pt x="1482725" y="31750"/>
                </a:cubicBezTo>
                <a:lnTo>
                  <a:pt x="1482725" y="292100"/>
                </a:lnTo>
                <a:cubicBezTo>
                  <a:pt x="1482725" y="309635"/>
                  <a:pt x="1468510" y="323850"/>
                  <a:pt x="1450975" y="323850"/>
                </a:cubicBezTo>
                <a:lnTo>
                  <a:pt x="31750" y="323850"/>
                </a:lnTo>
                <a:cubicBezTo>
                  <a:pt x="14215" y="323850"/>
                  <a:pt x="0" y="309635"/>
                  <a:pt x="0" y="292100"/>
                </a:cubicBezTo>
                <a:lnTo>
                  <a:pt x="0" y="31750"/>
                </a:lnTo>
                <a:cubicBezTo>
                  <a:pt x="0" y="14215"/>
                  <a:pt x="14215" y="0"/>
                  <a:pt x="31750" y="0"/>
                </a:cubicBezTo>
                <a:close/>
              </a:path>
            </a:pathLst>
          </a:custGeom>
          <a:solidFill>
            <a:srgbClr val="E74C3C">
              <a:alpha val="20000"/>
            </a:srgbClr>
          </a:solidFill>
          <a:ln w="1016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788150" y="3946524"/>
            <a:ext cx="1412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74C3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NO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634956" y="4378324"/>
            <a:ext cx="107156" cy="142875"/>
          </a:xfrm>
          <a:custGeom>
            <a:avLst/>
            <a:gdLst/>
            <a:ahLst/>
            <a:cxnLst/>
            <a:rect l="l" t="t" r="r" b="b"/>
            <a:pathLst>
              <a:path w="107156" h="142875">
                <a:moveTo>
                  <a:pt x="47272" y="140252"/>
                </a:moveTo>
                <a:cubicBezTo>
                  <a:pt x="50760" y="143740"/>
                  <a:pt x="56424" y="143740"/>
                  <a:pt x="59913" y="140252"/>
                </a:cubicBezTo>
                <a:lnTo>
                  <a:pt x="104561" y="95603"/>
                </a:lnTo>
                <a:cubicBezTo>
                  <a:pt x="108049" y="92115"/>
                  <a:pt x="108049" y="86451"/>
                  <a:pt x="104561" y="82962"/>
                </a:cubicBezTo>
                <a:cubicBezTo>
                  <a:pt x="101073" y="79474"/>
                  <a:pt x="95408" y="79474"/>
                  <a:pt x="91920" y="82962"/>
                </a:cubicBezTo>
                <a:lnTo>
                  <a:pt x="62508" y="112375"/>
                </a:lnTo>
                <a:lnTo>
                  <a:pt x="62508" y="8930"/>
                </a:lnTo>
                <a:cubicBezTo>
                  <a:pt x="62508" y="3990"/>
                  <a:pt x="58517" y="0"/>
                  <a:pt x="53578" y="0"/>
                </a:cubicBezTo>
                <a:cubicBezTo>
                  <a:pt x="48639" y="0"/>
                  <a:pt x="44648" y="3990"/>
                  <a:pt x="44648" y="8930"/>
                </a:cubicBezTo>
                <a:lnTo>
                  <a:pt x="44648" y="112375"/>
                </a:lnTo>
                <a:lnTo>
                  <a:pt x="15236" y="82962"/>
                </a:lnTo>
                <a:cubicBezTo>
                  <a:pt x="11748" y="79474"/>
                  <a:pt x="6083" y="79474"/>
                  <a:pt x="2595" y="82962"/>
                </a:cubicBezTo>
                <a:cubicBezTo>
                  <a:pt x="-893" y="86451"/>
                  <a:pt x="-893" y="92115"/>
                  <a:pt x="2595" y="95603"/>
                </a:cubicBezTo>
                <a:lnTo>
                  <a:pt x="47244" y="140252"/>
                </a:lnTo>
                <a:close/>
              </a:path>
            </a:pathLst>
          </a:custGeom>
          <a:solidFill>
            <a:srgbClr val="1D9E75"/>
          </a:solidFill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5092700" y="4591049"/>
            <a:ext cx="3187700" cy="869950"/>
          </a:xfrm>
          <a:custGeom>
            <a:avLst/>
            <a:gdLst/>
            <a:ahLst/>
            <a:cxnLst/>
            <a:rect l="l" t="t" r="r" b="b"/>
            <a:pathLst>
              <a:path w="3187700" h="869950">
                <a:moveTo>
                  <a:pt x="63498" y="0"/>
                </a:moveTo>
                <a:lnTo>
                  <a:pt x="3124202" y="0"/>
                </a:lnTo>
                <a:cubicBezTo>
                  <a:pt x="3159271" y="0"/>
                  <a:pt x="3187700" y="28429"/>
                  <a:pt x="3187700" y="63498"/>
                </a:cubicBezTo>
                <a:lnTo>
                  <a:pt x="3187700" y="806452"/>
                </a:lnTo>
                <a:cubicBezTo>
                  <a:pt x="3187700" y="841521"/>
                  <a:pt x="3159271" y="869950"/>
                  <a:pt x="3124202" y="869950"/>
                </a:cubicBezTo>
                <a:lnTo>
                  <a:pt x="63498" y="869950"/>
                </a:lnTo>
                <a:cubicBezTo>
                  <a:pt x="28429" y="869950"/>
                  <a:pt x="0" y="841521"/>
                  <a:pt x="0" y="806452"/>
                </a:cubicBezTo>
                <a:lnTo>
                  <a:pt x="0" y="63498"/>
                </a:lnTo>
                <a:cubicBezTo>
                  <a:pt x="0" y="28452"/>
                  <a:pt x="28452" y="0"/>
                  <a:pt x="63498" y="0"/>
                </a:cubicBezTo>
                <a:close/>
              </a:path>
            </a:pathLst>
          </a:custGeom>
          <a:solidFill>
            <a:srgbClr val="1D9E75">
              <a:alpha val="20000"/>
            </a:srgbClr>
          </a:solidFill>
          <a:ln w="2032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162550" y="4692649"/>
            <a:ext cx="3048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Check Role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162550" y="4946649"/>
            <a:ext cx="3048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→ Read users.txt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162550" y="5168899"/>
            <a:ext cx="3048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→ Determine role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634956" y="5530850"/>
            <a:ext cx="107156" cy="142875"/>
          </a:xfrm>
          <a:custGeom>
            <a:avLst/>
            <a:gdLst/>
            <a:ahLst/>
            <a:cxnLst/>
            <a:rect l="l" t="t" r="r" b="b"/>
            <a:pathLst>
              <a:path w="107156" h="142875">
                <a:moveTo>
                  <a:pt x="47272" y="140252"/>
                </a:moveTo>
                <a:cubicBezTo>
                  <a:pt x="50760" y="143740"/>
                  <a:pt x="56424" y="143740"/>
                  <a:pt x="59913" y="140252"/>
                </a:cubicBezTo>
                <a:lnTo>
                  <a:pt x="104561" y="95603"/>
                </a:lnTo>
                <a:cubicBezTo>
                  <a:pt x="108049" y="92115"/>
                  <a:pt x="108049" y="86451"/>
                  <a:pt x="104561" y="82962"/>
                </a:cubicBezTo>
                <a:cubicBezTo>
                  <a:pt x="101073" y="79474"/>
                  <a:pt x="95408" y="79474"/>
                  <a:pt x="91920" y="82962"/>
                </a:cubicBezTo>
                <a:lnTo>
                  <a:pt x="62508" y="112375"/>
                </a:lnTo>
                <a:lnTo>
                  <a:pt x="62508" y="8930"/>
                </a:lnTo>
                <a:cubicBezTo>
                  <a:pt x="62508" y="3990"/>
                  <a:pt x="58517" y="0"/>
                  <a:pt x="53578" y="0"/>
                </a:cubicBezTo>
                <a:cubicBezTo>
                  <a:pt x="48639" y="0"/>
                  <a:pt x="44648" y="3990"/>
                  <a:pt x="44648" y="8930"/>
                </a:cubicBezTo>
                <a:lnTo>
                  <a:pt x="44648" y="112375"/>
                </a:lnTo>
                <a:lnTo>
                  <a:pt x="15236" y="82962"/>
                </a:lnTo>
                <a:cubicBezTo>
                  <a:pt x="11748" y="79474"/>
                  <a:pt x="6083" y="79474"/>
                  <a:pt x="2595" y="82962"/>
                </a:cubicBezTo>
                <a:cubicBezTo>
                  <a:pt x="-893" y="86451"/>
                  <a:pt x="-893" y="92115"/>
                  <a:pt x="2595" y="95603"/>
                </a:cubicBezTo>
                <a:lnTo>
                  <a:pt x="47244" y="140252"/>
                </a:lnTo>
                <a:close/>
              </a:path>
            </a:pathLst>
          </a:custGeom>
          <a:solidFill>
            <a:srgbClr val="1D9E75"/>
          </a:solidFill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5092700" y="5743575"/>
            <a:ext cx="3187700" cy="615950"/>
          </a:xfrm>
          <a:custGeom>
            <a:avLst/>
            <a:gdLst/>
            <a:ahLst/>
            <a:cxnLst/>
            <a:rect l="l" t="t" r="r" b="b"/>
            <a:pathLst>
              <a:path w="3187700" h="615950">
                <a:moveTo>
                  <a:pt x="63498" y="0"/>
                </a:moveTo>
                <a:lnTo>
                  <a:pt x="3124202" y="0"/>
                </a:lnTo>
                <a:cubicBezTo>
                  <a:pt x="3159247" y="0"/>
                  <a:pt x="3187700" y="28453"/>
                  <a:pt x="3187700" y="63498"/>
                </a:cubicBezTo>
                <a:lnTo>
                  <a:pt x="3187700" y="552452"/>
                </a:lnTo>
                <a:cubicBezTo>
                  <a:pt x="3187700" y="587497"/>
                  <a:pt x="3159247" y="615950"/>
                  <a:pt x="3124202" y="615950"/>
                </a:cubicBezTo>
                <a:lnTo>
                  <a:pt x="63498" y="615950"/>
                </a:lnTo>
                <a:cubicBezTo>
                  <a:pt x="28453" y="615950"/>
                  <a:pt x="0" y="587497"/>
                  <a:pt x="0" y="5524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D9E75">
              <a:alpha val="20000"/>
            </a:srgbClr>
          </a:solidFill>
          <a:ln w="2032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222206" y="5870574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31750" y="79375"/>
                </a:moveTo>
                <a:lnTo>
                  <a:pt x="6077" y="79375"/>
                </a:lnTo>
                <a:cubicBezTo>
                  <a:pt x="-99" y="79375"/>
                  <a:pt x="-3894" y="72653"/>
                  <a:pt x="-719" y="67345"/>
                </a:cubicBezTo>
                <a:lnTo>
                  <a:pt x="12402" y="45467"/>
                </a:lnTo>
                <a:cubicBezTo>
                  <a:pt x="14560" y="41870"/>
                  <a:pt x="18430" y="39688"/>
                  <a:pt x="22622" y="39688"/>
                </a:cubicBezTo>
                <a:lnTo>
                  <a:pt x="46186" y="39688"/>
                </a:lnTo>
                <a:cubicBezTo>
                  <a:pt x="65063" y="7714"/>
                  <a:pt x="93216" y="6102"/>
                  <a:pt x="112043" y="8855"/>
                </a:cubicBezTo>
                <a:cubicBezTo>
                  <a:pt x="115218" y="9327"/>
                  <a:pt x="117698" y="11807"/>
                  <a:pt x="118145" y="14957"/>
                </a:cubicBezTo>
                <a:cubicBezTo>
                  <a:pt x="120898" y="33784"/>
                  <a:pt x="119286" y="61937"/>
                  <a:pt x="87313" y="80814"/>
                </a:cubicBezTo>
                <a:lnTo>
                  <a:pt x="87313" y="104378"/>
                </a:lnTo>
                <a:cubicBezTo>
                  <a:pt x="87313" y="108570"/>
                  <a:pt x="85130" y="112440"/>
                  <a:pt x="81533" y="114598"/>
                </a:cubicBezTo>
                <a:lnTo>
                  <a:pt x="59655" y="127719"/>
                </a:lnTo>
                <a:cubicBezTo>
                  <a:pt x="54372" y="130894"/>
                  <a:pt x="47625" y="127074"/>
                  <a:pt x="47625" y="120923"/>
                </a:cubicBezTo>
                <a:lnTo>
                  <a:pt x="47625" y="95250"/>
                </a:lnTo>
                <a:cubicBezTo>
                  <a:pt x="47625" y="86494"/>
                  <a:pt x="40506" y="79375"/>
                  <a:pt x="31750" y="79375"/>
                </a:cubicBezTo>
                <a:lnTo>
                  <a:pt x="31725" y="79375"/>
                </a:lnTo>
                <a:close/>
                <a:moveTo>
                  <a:pt x="99219" y="39688"/>
                </a:moveTo>
                <a:cubicBezTo>
                  <a:pt x="99219" y="33116"/>
                  <a:pt x="93884" y="27781"/>
                  <a:pt x="87313" y="27781"/>
                </a:cubicBezTo>
                <a:cubicBezTo>
                  <a:pt x="80741" y="27781"/>
                  <a:pt x="75406" y="33116"/>
                  <a:pt x="75406" y="39688"/>
                </a:cubicBezTo>
                <a:cubicBezTo>
                  <a:pt x="75406" y="46259"/>
                  <a:pt x="80741" y="51594"/>
                  <a:pt x="87313" y="51594"/>
                </a:cubicBezTo>
                <a:cubicBezTo>
                  <a:pt x="93884" y="51594"/>
                  <a:pt x="99219" y="46259"/>
                  <a:pt x="99219" y="39688"/>
                </a:cubicBezTo>
                <a:close/>
              </a:path>
            </a:pathLst>
          </a:custGeom>
          <a:solidFill>
            <a:srgbClr val="E8ECEF"/>
          </a:solidFill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360988" y="5845174"/>
            <a:ext cx="28495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Launch Menu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5162550" y="6067424"/>
            <a:ext cx="3048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Admin or Student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9962356" y="4378324"/>
            <a:ext cx="107156" cy="142875"/>
          </a:xfrm>
          <a:custGeom>
            <a:avLst/>
            <a:gdLst/>
            <a:ahLst/>
            <a:cxnLst/>
            <a:rect l="l" t="t" r="r" b="b"/>
            <a:pathLst>
              <a:path w="107156" h="142875">
                <a:moveTo>
                  <a:pt x="47272" y="140252"/>
                </a:moveTo>
                <a:cubicBezTo>
                  <a:pt x="50760" y="143740"/>
                  <a:pt x="56424" y="143740"/>
                  <a:pt x="59913" y="140252"/>
                </a:cubicBezTo>
                <a:lnTo>
                  <a:pt x="104561" y="95603"/>
                </a:lnTo>
                <a:cubicBezTo>
                  <a:pt x="108049" y="92115"/>
                  <a:pt x="108049" y="86451"/>
                  <a:pt x="104561" y="82962"/>
                </a:cubicBezTo>
                <a:cubicBezTo>
                  <a:pt x="101073" y="79474"/>
                  <a:pt x="95408" y="79474"/>
                  <a:pt x="91920" y="82962"/>
                </a:cubicBezTo>
                <a:lnTo>
                  <a:pt x="62508" y="112375"/>
                </a:lnTo>
                <a:lnTo>
                  <a:pt x="62508" y="8930"/>
                </a:lnTo>
                <a:cubicBezTo>
                  <a:pt x="62508" y="3990"/>
                  <a:pt x="58517" y="0"/>
                  <a:pt x="53578" y="0"/>
                </a:cubicBezTo>
                <a:cubicBezTo>
                  <a:pt x="48639" y="0"/>
                  <a:pt x="44648" y="3990"/>
                  <a:pt x="44648" y="8930"/>
                </a:cubicBezTo>
                <a:lnTo>
                  <a:pt x="44648" y="112375"/>
                </a:lnTo>
                <a:lnTo>
                  <a:pt x="15236" y="82962"/>
                </a:lnTo>
                <a:cubicBezTo>
                  <a:pt x="11748" y="79474"/>
                  <a:pt x="6083" y="79474"/>
                  <a:pt x="2595" y="82962"/>
                </a:cubicBezTo>
                <a:cubicBezTo>
                  <a:pt x="-893" y="86451"/>
                  <a:pt x="-893" y="92115"/>
                  <a:pt x="2595" y="95603"/>
                </a:cubicBezTo>
                <a:lnTo>
                  <a:pt x="47244" y="140252"/>
                </a:lnTo>
                <a:close/>
              </a:path>
            </a:pathLst>
          </a:custGeom>
          <a:solidFill>
            <a:srgbClr val="E74C3C"/>
          </a:solidFill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8420100" y="4591049"/>
            <a:ext cx="3187700" cy="869950"/>
          </a:xfrm>
          <a:custGeom>
            <a:avLst/>
            <a:gdLst/>
            <a:ahLst/>
            <a:cxnLst/>
            <a:rect l="l" t="t" r="r" b="b"/>
            <a:pathLst>
              <a:path w="3187700" h="869950">
                <a:moveTo>
                  <a:pt x="63498" y="0"/>
                </a:moveTo>
                <a:lnTo>
                  <a:pt x="3124202" y="0"/>
                </a:lnTo>
                <a:cubicBezTo>
                  <a:pt x="3159271" y="0"/>
                  <a:pt x="3187700" y="28429"/>
                  <a:pt x="3187700" y="63498"/>
                </a:cubicBezTo>
                <a:lnTo>
                  <a:pt x="3187700" y="806452"/>
                </a:lnTo>
                <a:cubicBezTo>
                  <a:pt x="3187700" y="841521"/>
                  <a:pt x="3159271" y="869950"/>
                  <a:pt x="3124202" y="869950"/>
                </a:cubicBezTo>
                <a:lnTo>
                  <a:pt x="63498" y="869950"/>
                </a:lnTo>
                <a:cubicBezTo>
                  <a:pt x="28429" y="869950"/>
                  <a:pt x="0" y="841521"/>
                  <a:pt x="0" y="806452"/>
                </a:cubicBezTo>
                <a:lnTo>
                  <a:pt x="0" y="63498"/>
                </a:lnTo>
                <a:cubicBezTo>
                  <a:pt x="0" y="28452"/>
                  <a:pt x="28452" y="0"/>
                  <a:pt x="63498" y="0"/>
                </a:cubicBezTo>
                <a:close/>
              </a:path>
            </a:pathLst>
          </a:custGeom>
          <a:solidFill>
            <a:srgbClr val="E74C3C">
              <a:alpha val="20000"/>
            </a:srgbClr>
          </a:solidFill>
          <a:ln w="2032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8489950" y="4692649"/>
            <a:ext cx="3048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Increment Attempts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489950" y="4946649"/>
            <a:ext cx="3048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→ attempts++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489950" y="5168899"/>
            <a:ext cx="3048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→ Show error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9962356" y="5530850"/>
            <a:ext cx="107156" cy="142875"/>
          </a:xfrm>
          <a:custGeom>
            <a:avLst/>
            <a:gdLst/>
            <a:ahLst/>
            <a:cxnLst/>
            <a:rect l="l" t="t" r="r" b="b"/>
            <a:pathLst>
              <a:path w="107156" h="142875">
                <a:moveTo>
                  <a:pt x="47272" y="140252"/>
                </a:moveTo>
                <a:cubicBezTo>
                  <a:pt x="50760" y="143740"/>
                  <a:pt x="56424" y="143740"/>
                  <a:pt x="59913" y="140252"/>
                </a:cubicBezTo>
                <a:lnTo>
                  <a:pt x="104561" y="95603"/>
                </a:lnTo>
                <a:cubicBezTo>
                  <a:pt x="108049" y="92115"/>
                  <a:pt x="108049" y="86451"/>
                  <a:pt x="104561" y="82962"/>
                </a:cubicBezTo>
                <a:cubicBezTo>
                  <a:pt x="101073" y="79474"/>
                  <a:pt x="95408" y="79474"/>
                  <a:pt x="91920" y="82962"/>
                </a:cubicBezTo>
                <a:lnTo>
                  <a:pt x="62508" y="112375"/>
                </a:lnTo>
                <a:lnTo>
                  <a:pt x="62508" y="8930"/>
                </a:lnTo>
                <a:cubicBezTo>
                  <a:pt x="62508" y="3990"/>
                  <a:pt x="58517" y="0"/>
                  <a:pt x="53578" y="0"/>
                </a:cubicBezTo>
                <a:cubicBezTo>
                  <a:pt x="48639" y="0"/>
                  <a:pt x="44648" y="3990"/>
                  <a:pt x="44648" y="8930"/>
                </a:cubicBezTo>
                <a:lnTo>
                  <a:pt x="44648" y="112375"/>
                </a:lnTo>
                <a:lnTo>
                  <a:pt x="15236" y="82962"/>
                </a:lnTo>
                <a:cubicBezTo>
                  <a:pt x="11748" y="79474"/>
                  <a:pt x="6083" y="79474"/>
                  <a:pt x="2595" y="82962"/>
                </a:cubicBezTo>
                <a:cubicBezTo>
                  <a:pt x="-893" y="86451"/>
                  <a:pt x="-893" y="92115"/>
                  <a:pt x="2595" y="95603"/>
                </a:cubicBezTo>
                <a:lnTo>
                  <a:pt x="47244" y="140252"/>
                </a:lnTo>
                <a:close/>
              </a:path>
            </a:pathLst>
          </a:custGeom>
          <a:solidFill>
            <a:srgbClr val="E74C3C"/>
          </a:solidFill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8420100" y="5743575"/>
            <a:ext cx="3187700" cy="615950"/>
          </a:xfrm>
          <a:custGeom>
            <a:avLst/>
            <a:gdLst/>
            <a:ahLst/>
            <a:cxnLst/>
            <a:rect l="l" t="t" r="r" b="b"/>
            <a:pathLst>
              <a:path w="3187700" h="615950">
                <a:moveTo>
                  <a:pt x="63498" y="0"/>
                </a:moveTo>
                <a:lnTo>
                  <a:pt x="3124202" y="0"/>
                </a:lnTo>
                <a:cubicBezTo>
                  <a:pt x="3159247" y="0"/>
                  <a:pt x="3187700" y="28453"/>
                  <a:pt x="3187700" y="63498"/>
                </a:cubicBezTo>
                <a:lnTo>
                  <a:pt x="3187700" y="552452"/>
                </a:lnTo>
                <a:cubicBezTo>
                  <a:pt x="3187700" y="587497"/>
                  <a:pt x="3159247" y="615950"/>
                  <a:pt x="3124202" y="615950"/>
                </a:cubicBezTo>
                <a:lnTo>
                  <a:pt x="63498" y="615950"/>
                </a:lnTo>
                <a:cubicBezTo>
                  <a:pt x="28453" y="615950"/>
                  <a:pt x="0" y="587497"/>
                  <a:pt x="0" y="5524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E74C3C">
              <a:alpha val="20000"/>
            </a:srgbClr>
          </a:solidFill>
          <a:ln w="2032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9723438" y="5870574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41424" y="41424"/>
                </a:moveTo>
                <a:cubicBezTo>
                  <a:pt x="43755" y="39092"/>
                  <a:pt x="47526" y="39092"/>
                  <a:pt x="49833" y="41424"/>
                </a:cubicBezTo>
                <a:lnTo>
                  <a:pt x="63475" y="55066"/>
                </a:lnTo>
                <a:lnTo>
                  <a:pt x="77118" y="41424"/>
                </a:lnTo>
                <a:cubicBezTo>
                  <a:pt x="79449" y="39092"/>
                  <a:pt x="83220" y="39092"/>
                  <a:pt x="85527" y="41424"/>
                </a:cubicBezTo>
                <a:cubicBezTo>
                  <a:pt x="87833" y="43755"/>
                  <a:pt x="87858" y="47526"/>
                  <a:pt x="85527" y="49833"/>
                </a:cubicBezTo>
                <a:lnTo>
                  <a:pt x="71884" y="63475"/>
                </a:lnTo>
                <a:lnTo>
                  <a:pt x="85527" y="77118"/>
                </a:lnTo>
                <a:cubicBezTo>
                  <a:pt x="87858" y="79449"/>
                  <a:pt x="87858" y="83220"/>
                  <a:pt x="85527" y="85527"/>
                </a:cubicBezTo>
                <a:cubicBezTo>
                  <a:pt x="83195" y="87833"/>
                  <a:pt x="79425" y="87858"/>
                  <a:pt x="77118" y="85527"/>
                </a:cubicBezTo>
                <a:lnTo>
                  <a:pt x="63475" y="71884"/>
                </a:lnTo>
                <a:lnTo>
                  <a:pt x="49833" y="85527"/>
                </a:lnTo>
                <a:cubicBezTo>
                  <a:pt x="47501" y="87858"/>
                  <a:pt x="43731" y="87858"/>
                  <a:pt x="41424" y="85527"/>
                </a:cubicBezTo>
                <a:cubicBezTo>
                  <a:pt x="39117" y="83195"/>
                  <a:pt x="39092" y="79425"/>
                  <a:pt x="41424" y="77118"/>
                </a:cubicBezTo>
                <a:lnTo>
                  <a:pt x="55066" y="63475"/>
                </a:lnTo>
                <a:lnTo>
                  <a:pt x="41424" y="49833"/>
                </a:lnTo>
                <a:cubicBezTo>
                  <a:pt x="39092" y="47501"/>
                  <a:pt x="39092" y="43731"/>
                  <a:pt x="41424" y="41424"/>
                </a:cubicBezTo>
                <a:close/>
              </a:path>
            </a:pathLst>
          </a:custGeom>
          <a:solidFill>
            <a:srgbClr val="E8ECEF"/>
          </a:solidFill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8688387" y="5845174"/>
            <a:ext cx="28495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3 Fails?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489950" y="6067424"/>
            <a:ext cx="3048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→ EXIT system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222250" y="6534150"/>
            <a:ext cx="11557000" cy="6350"/>
          </a:xfrm>
          <a:custGeom>
            <a:avLst/>
            <a:gdLst/>
            <a:ahLst/>
            <a:cxnLst/>
            <a:rect l="l" t="t" r="r" b="b"/>
            <a:pathLst>
              <a:path w="11557000" h="6350">
                <a:moveTo>
                  <a:pt x="0" y="0"/>
                </a:moveTo>
                <a:lnTo>
                  <a:pt x="11557000" y="0"/>
                </a:lnTo>
                <a:lnTo>
                  <a:pt x="1155700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765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9420" y="327742"/>
            <a:ext cx="11602065" cy="196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30" b="1" kern="0" spc="52" dirty="0">
                <a:solidFill>
                  <a:srgbClr val="D4A24E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03 - Core Features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29420" y="589935"/>
            <a:ext cx="11733161" cy="3932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3095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Admin Capabilities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9420" y="1081548"/>
            <a:ext cx="917677" cy="32774"/>
          </a:xfrm>
          <a:custGeom>
            <a:avLst/>
            <a:gdLst/>
            <a:ahLst/>
            <a:cxnLst/>
            <a:rect l="l" t="t" r="r" b="b"/>
            <a:pathLst>
              <a:path w="917677" h="32774">
                <a:moveTo>
                  <a:pt x="0" y="0"/>
                </a:moveTo>
                <a:lnTo>
                  <a:pt x="917677" y="0"/>
                </a:lnTo>
                <a:lnTo>
                  <a:pt x="917677" y="32774"/>
                </a:lnTo>
                <a:lnTo>
                  <a:pt x="0" y="32774"/>
                </a:lnTo>
                <a:lnTo>
                  <a:pt x="0" y="0"/>
                </a:ln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35975" y="1219200"/>
            <a:ext cx="3741174" cy="1586271"/>
          </a:xfrm>
          <a:custGeom>
            <a:avLst/>
            <a:gdLst/>
            <a:ahLst/>
            <a:cxnLst/>
            <a:rect l="l" t="t" r="r" b="b"/>
            <a:pathLst>
              <a:path w="3741174" h="1586271">
                <a:moveTo>
                  <a:pt x="65545" y="0"/>
                </a:moveTo>
                <a:lnTo>
                  <a:pt x="3675629" y="0"/>
                </a:lnTo>
                <a:cubicBezTo>
                  <a:pt x="3711829" y="0"/>
                  <a:pt x="3741174" y="29345"/>
                  <a:pt x="3741174" y="65545"/>
                </a:cubicBezTo>
                <a:lnTo>
                  <a:pt x="3741174" y="1520726"/>
                </a:lnTo>
                <a:cubicBezTo>
                  <a:pt x="3741174" y="1556926"/>
                  <a:pt x="3711829" y="1586271"/>
                  <a:pt x="3675629" y="1586271"/>
                </a:cubicBezTo>
                <a:lnTo>
                  <a:pt x="65545" y="1586271"/>
                </a:lnTo>
                <a:cubicBezTo>
                  <a:pt x="29345" y="1586271"/>
                  <a:pt x="0" y="1556926"/>
                  <a:pt x="0" y="1520726"/>
                </a:cubicBezTo>
                <a:lnTo>
                  <a:pt x="0" y="65545"/>
                </a:lnTo>
                <a:cubicBezTo>
                  <a:pt x="0" y="29370"/>
                  <a:pt x="29370" y="0"/>
                  <a:pt x="65545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4E">
                  <a:alpha val="20000"/>
                </a:srgbClr>
              </a:gs>
              <a:gs pos="100000">
                <a:srgbClr val="D4A24E">
                  <a:alpha val="5000"/>
                </a:srgbClr>
              </a:gs>
            </a:gsLst>
            <a:lin ang="2700000" scaled="1"/>
          </a:gradFill>
          <a:ln w="20320">
            <a:solidFill>
              <a:srgbClr val="D4A2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73626" y="1356852"/>
            <a:ext cx="393290" cy="393290"/>
          </a:xfrm>
          <a:custGeom>
            <a:avLst/>
            <a:gdLst/>
            <a:ahLst/>
            <a:cxnLst/>
            <a:rect l="l" t="t" r="r" b="b"/>
            <a:pathLst>
              <a:path w="393290" h="393290">
                <a:moveTo>
                  <a:pt x="65550" y="0"/>
                </a:moveTo>
                <a:lnTo>
                  <a:pt x="327741" y="0"/>
                </a:lnTo>
                <a:cubicBezTo>
                  <a:pt x="363918" y="0"/>
                  <a:pt x="393290" y="29372"/>
                  <a:pt x="393290" y="65550"/>
                </a:cubicBezTo>
                <a:lnTo>
                  <a:pt x="393290" y="327741"/>
                </a:lnTo>
                <a:cubicBezTo>
                  <a:pt x="393290" y="363943"/>
                  <a:pt x="363943" y="393290"/>
                  <a:pt x="327741" y="393290"/>
                </a:cubicBezTo>
                <a:lnTo>
                  <a:pt x="65550" y="393290"/>
                </a:lnTo>
                <a:cubicBezTo>
                  <a:pt x="29372" y="393290"/>
                  <a:pt x="0" y="363918"/>
                  <a:pt x="0" y="327741"/>
                </a:cubicBezTo>
                <a:lnTo>
                  <a:pt x="0" y="65550"/>
                </a:lnTo>
                <a:cubicBezTo>
                  <a:pt x="0" y="29372"/>
                  <a:pt x="29372" y="0"/>
                  <a:pt x="65550" y="0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88336" y="1471562"/>
            <a:ext cx="163871" cy="163871"/>
          </a:xfrm>
          <a:custGeom>
            <a:avLst/>
            <a:gdLst/>
            <a:ahLst/>
            <a:cxnLst/>
            <a:rect l="l" t="t" r="r" b="b"/>
            <a:pathLst>
              <a:path w="163871" h="163871">
                <a:moveTo>
                  <a:pt x="20484" y="20484"/>
                </a:moveTo>
                <a:cubicBezTo>
                  <a:pt x="9186" y="20484"/>
                  <a:pt x="0" y="29670"/>
                  <a:pt x="0" y="40968"/>
                </a:cubicBezTo>
                <a:lnTo>
                  <a:pt x="0" y="122903"/>
                </a:lnTo>
                <a:cubicBezTo>
                  <a:pt x="0" y="134201"/>
                  <a:pt x="9186" y="143387"/>
                  <a:pt x="20484" y="143387"/>
                </a:cubicBezTo>
                <a:lnTo>
                  <a:pt x="143387" y="143387"/>
                </a:lnTo>
                <a:cubicBezTo>
                  <a:pt x="154685" y="143387"/>
                  <a:pt x="163871" y="134201"/>
                  <a:pt x="163871" y="122903"/>
                </a:cubicBezTo>
                <a:lnTo>
                  <a:pt x="163871" y="40968"/>
                </a:lnTo>
                <a:cubicBezTo>
                  <a:pt x="163871" y="29670"/>
                  <a:pt x="154685" y="20484"/>
                  <a:pt x="143387" y="20484"/>
                </a:cubicBezTo>
                <a:lnTo>
                  <a:pt x="20484" y="20484"/>
                </a:lnTo>
                <a:close/>
                <a:moveTo>
                  <a:pt x="51210" y="102419"/>
                </a:moveTo>
                <a:cubicBezTo>
                  <a:pt x="51210" y="108072"/>
                  <a:pt x="46620" y="112661"/>
                  <a:pt x="40968" y="112661"/>
                </a:cubicBezTo>
                <a:cubicBezTo>
                  <a:pt x="35315" y="112661"/>
                  <a:pt x="30726" y="108072"/>
                  <a:pt x="30726" y="102419"/>
                </a:cubicBezTo>
                <a:cubicBezTo>
                  <a:pt x="30726" y="96767"/>
                  <a:pt x="35315" y="92177"/>
                  <a:pt x="40968" y="92177"/>
                </a:cubicBezTo>
                <a:cubicBezTo>
                  <a:pt x="46620" y="92177"/>
                  <a:pt x="51210" y="96767"/>
                  <a:pt x="51210" y="102419"/>
                </a:cubicBezTo>
                <a:close/>
                <a:moveTo>
                  <a:pt x="40968" y="71694"/>
                </a:moveTo>
                <a:cubicBezTo>
                  <a:pt x="35315" y="71694"/>
                  <a:pt x="30726" y="67104"/>
                  <a:pt x="30726" y="61452"/>
                </a:cubicBezTo>
                <a:cubicBezTo>
                  <a:pt x="30726" y="55799"/>
                  <a:pt x="35315" y="51210"/>
                  <a:pt x="40968" y="51210"/>
                </a:cubicBezTo>
                <a:cubicBezTo>
                  <a:pt x="46620" y="51210"/>
                  <a:pt x="51210" y="55799"/>
                  <a:pt x="51210" y="61452"/>
                </a:cubicBezTo>
                <a:cubicBezTo>
                  <a:pt x="51210" y="67104"/>
                  <a:pt x="46620" y="71694"/>
                  <a:pt x="40968" y="71694"/>
                </a:cubicBezTo>
                <a:close/>
                <a:moveTo>
                  <a:pt x="79375" y="53770"/>
                </a:moveTo>
                <a:lnTo>
                  <a:pt x="125464" y="53770"/>
                </a:lnTo>
                <a:cubicBezTo>
                  <a:pt x="129721" y="53770"/>
                  <a:pt x="133145" y="57195"/>
                  <a:pt x="133145" y="61452"/>
                </a:cubicBezTo>
                <a:cubicBezTo>
                  <a:pt x="133145" y="65708"/>
                  <a:pt x="129721" y="69133"/>
                  <a:pt x="125464" y="69133"/>
                </a:cubicBezTo>
                <a:lnTo>
                  <a:pt x="79375" y="69133"/>
                </a:lnTo>
                <a:cubicBezTo>
                  <a:pt x="75118" y="69133"/>
                  <a:pt x="71694" y="65708"/>
                  <a:pt x="71694" y="61452"/>
                </a:cubicBezTo>
                <a:cubicBezTo>
                  <a:pt x="71694" y="57195"/>
                  <a:pt x="75118" y="53770"/>
                  <a:pt x="79375" y="53770"/>
                </a:cubicBezTo>
                <a:close/>
                <a:moveTo>
                  <a:pt x="79375" y="94738"/>
                </a:moveTo>
                <a:lnTo>
                  <a:pt x="125464" y="94738"/>
                </a:lnTo>
                <a:cubicBezTo>
                  <a:pt x="129721" y="94738"/>
                  <a:pt x="133145" y="98163"/>
                  <a:pt x="133145" y="102419"/>
                </a:cubicBezTo>
                <a:cubicBezTo>
                  <a:pt x="133145" y="106676"/>
                  <a:pt x="129721" y="110101"/>
                  <a:pt x="125464" y="110101"/>
                </a:cubicBezTo>
                <a:lnTo>
                  <a:pt x="79375" y="110101"/>
                </a:lnTo>
                <a:cubicBezTo>
                  <a:pt x="75118" y="110101"/>
                  <a:pt x="71694" y="106676"/>
                  <a:pt x="71694" y="102419"/>
                </a:cubicBezTo>
                <a:cubicBezTo>
                  <a:pt x="71694" y="98163"/>
                  <a:pt x="75118" y="94738"/>
                  <a:pt x="79375" y="94738"/>
                </a:cubicBezTo>
                <a:close/>
              </a:path>
            </a:pathLst>
          </a:custGeom>
          <a:solidFill>
            <a:srgbClr val="1A2332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5239" y="1438788"/>
            <a:ext cx="1212645" cy="2294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View All Students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73626" y="1848465"/>
            <a:ext cx="3531419" cy="4178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Display formatted table of all student records with complete profile information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73626" y="2365684"/>
            <a:ext cx="3465871" cy="6555"/>
          </a:xfrm>
          <a:custGeom>
            <a:avLst/>
            <a:gdLst/>
            <a:ahLst/>
            <a:cxnLst/>
            <a:rect l="l" t="t" r="r" b="b"/>
            <a:pathLst>
              <a:path w="3465871" h="6555">
                <a:moveTo>
                  <a:pt x="0" y="0"/>
                </a:moveTo>
                <a:lnTo>
                  <a:pt x="3465871" y="0"/>
                </a:lnTo>
                <a:lnTo>
                  <a:pt x="3465871" y="6555"/>
                </a:lnTo>
                <a:lnTo>
                  <a:pt x="0" y="655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97183" y="2513167"/>
            <a:ext cx="100371" cy="114710"/>
          </a:xfrm>
          <a:custGeom>
            <a:avLst/>
            <a:gdLst/>
            <a:ahLst/>
            <a:cxnLst/>
            <a:rect l="l" t="t" r="r" b="b"/>
            <a:pathLst>
              <a:path w="100371" h="114710">
                <a:moveTo>
                  <a:pt x="57355" y="35847"/>
                </a:moveTo>
                <a:lnTo>
                  <a:pt x="57355" y="57355"/>
                </a:lnTo>
                <a:lnTo>
                  <a:pt x="86032" y="57355"/>
                </a:lnTo>
                <a:lnTo>
                  <a:pt x="86032" y="35847"/>
                </a:lnTo>
                <a:lnTo>
                  <a:pt x="57355" y="35847"/>
                </a:lnTo>
                <a:close/>
                <a:moveTo>
                  <a:pt x="43016" y="35847"/>
                </a:moveTo>
                <a:lnTo>
                  <a:pt x="14339" y="35847"/>
                </a:lnTo>
                <a:lnTo>
                  <a:pt x="14339" y="57355"/>
                </a:lnTo>
                <a:lnTo>
                  <a:pt x="43016" y="57355"/>
                </a:lnTo>
                <a:lnTo>
                  <a:pt x="43016" y="35847"/>
                </a:lnTo>
                <a:close/>
                <a:moveTo>
                  <a:pt x="0" y="71694"/>
                </a:moveTo>
                <a:lnTo>
                  <a:pt x="0" y="21508"/>
                </a:lnTo>
                <a:cubicBezTo>
                  <a:pt x="0" y="13599"/>
                  <a:pt x="6430" y="7169"/>
                  <a:pt x="14339" y="7169"/>
                </a:cubicBezTo>
                <a:lnTo>
                  <a:pt x="86032" y="7169"/>
                </a:lnTo>
                <a:cubicBezTo>
                  <a:pt x="93941" y="7169"/>
                  <a:pt x="100371" y="13599"/>
                  <a:pt x="100371" y="21508"/>
                </a:cubicBezTo>
                <a:lnTo>
                  <a:pt x="100371" y="93202"/>
                </a:lnTo>
                <a:cubicBezTo>
                  <a:pt x="100371" y="101110"/>
                  <a:pt x="93941" y="107540"/>
                  <a:pt x="86032" y="107540"/>
                </a:cubicBezTo>
                <a:lnTo>
                  <a:pt x="14339" y="107540"/>
                </a:lnTo>
                <a:cubicBezTo>
                  <a:pt x="6430" y="107540"/>
                  <a:pt x="0" y="101110"/>
                  <a:pt x="0" y="93202"/>
                </a:cubicBezTo>
                <a:lnTo>
                  <a:pt x="0" y="71694"/>
                </a:lnTo>
                <a:close/>
                <a:moveTo>
                  <a:pt x="86032" y="71694"/>
                </a:moveTo>
                <a:lnTo>
                  <a:pt x="57355" y="71694"/>
                </a:lnTo>
                <a:lnTo>
                  <a:pt x="57355" y="93202"/>
                </a:lnTo>
                <a:lnTo>
                  <a:pt x="86032" y="93202"/>
                </a:lnTo>
                <a:lnTo>
                  <a:pt x="86032" y="71694"/>
                </a:lnTo>
                <a:close/>
                <a:moveTo>
                  <a:pt x="43016" y="93202"/>
                </a:moveTo>
                <a:lnTo>
                  <a:pt x="43016" y="71694"/>
                </a:lnTo>
                <a:lnTo>
                  <a:pt x="14339" y="71694"/>
                </a:lnTo>
                <a:lnTo>
                  <a:pt x="14339" y="93202"/>
                </a:lnTo>
                <a:lnTo>
                  <a:pt x="43016" y="93202"/>
                </a:ln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2255" y="2506614"/>
            <a:ext cx="842455" cy="1310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905" b="1" dirty="0">
                <a:solidFill>
                  <a:srgbClr val="D4A24E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Tabular Output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125145" y="1219200"/>
            <a:ext cx="3741174" cy="1586271"/>
          </a:xfrm>
          <a:custGeom>
            <a:avLst/>
            <a:gdLst/>
            <a:ahLst/>
            <a:cxnLst/>
            <a:rect l="l" t="t" r="r" b="b"/>
            <a:pathLst>
              <a:path w="3741174" h="1586271">
                <a:moveTo>
                  <a:pt x="65545" y="0"/>
                </a:moveTo>
                <a:lnTo>
                  <a:pt x="3675629" y="0"/>
                </a:lnTo>
                <a:cubicBezTo>
                  <a:pt x="3711829" y="0"/>
                  <a:pt x="3741174" y="29345"/>
                  <a:pt x="3741174" y="65545"/>
                </a:cubicBezTo>
                <a:lnTo>
                  <a:pt x="3741174" y="1520726"/>
                </a:lnTo>
                <a:cubicBezTo>
                  <a:pt x="3741174" y="1556926"/>
                  <a:pt x="3711829" y="1586271"/>
                  <a:pt x="3675629" y="1586271"/>
                </a:cubicBezTo>
                <a:lnTo>
                  <a:pt x="65545" y="1586271"/>
                </a:lnTo>
                <a:cubicBezTo>
                  <a:pt x="29345" y="1586271"/>
                  <a:pt x="0" y="1556926"/>
                  <a:pt x="0" y="1520726"/>
                </a:cubicBezTo>
                <a:lnTo>
                  <a:pt x="0" y="65545"/>
                </a:lnTo>
                <a:cubicBezTo>
                  <a:pt x="0" y="29370"/>
                  <a:pt x="29370" y="0"/>
                  <a:pt x="6554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20320">
            <a:solidFill>
              <a:srgbClr val="4A6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62797" y="1356852"/>
            <a:ext cx="393290" cy="393290"/>
          </a:xfrm>
          <a:custGeom>
            <a:avLst/>
            <a:gdLst/>
            <a:ahLst/>
            <a:cxnLst/>
            <a:rect l="l" t="t" r="r" b="b"/>
            <a:pathLst>
              <a:path w="393290" h="393290">
                <a:moveTo>
                  <a:pt x="65550" y="0"/>
                </a:moveTo>
                <a:lnTo>
                  <a:pt x="327741" y="0"/>
                </a:lnTo>
                <a:cubicBezTo>
                  <a:pt x="363918" y="0"/>
                  <a:pt x="393290" y="29372"/>
                  <a:pt x="393290" y="65550"/>
                </a:cubicBezTo>
                <a:lnTo>
                  <a:pt x="393290" y="327741"/>
                </a:lnTo>
                <a:cubicBezTo>
                  <a:pt x="393290" y="363943"/>
                  <a:pt x="363943" y="393290"/>
                  <a:pt x="327741" y="393290"/>
                </a:cubicBezTo>
                <a:lnTo>
                  <a:pt x="65550" y="393290"/>
                </a:lnTo>
                <a:cubicBezTo>
                  <a:pt x="29372" y="393290"/>
                  <a:pt x="0" y="363918"/>
                  <a:pt x="0" y="327741"/>
                </a:cubicBezTo>
                <a:lnTo>
                  <a:pt x="0" y="65550"/>
                </a:lnTo>
                <a:cubicBezTo>
                  <a:pt x="0" y="29372"/>
                  <a:pt x="29372" y="0"/>
                  <a:pt x="65550" y="0"/>
                </a:cubicBez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357022" y="1471562"/>
            <a:ext cx="204839" cy="163871"/>
          </a:xfrm>
          <a:custGeom>
            <a:avLst/>
            <a:gdLst/>
            <a:ahLst/>
            <a:cxnLst/>
            <a:rect l="l" t="t" r="r" b="b"/>
            <a:pathLst>
              <a:path w="204839" h="163871">
                <a:moveTo>
                  <a:pt x="43528" y="40968"/>
                </a:moveTo>
                <a:cubicBezTo>
                  <a:pt x="43528" y="19770"/>
                  <a:pt x="60738" y="2560"/>
                  <a:pt x="81935" y="2560"/>
                </a:cubicBezTo>
                <a:cubicBezTo>
                  <a:pt x="103133" y="2560"/>
                  <a:pt x="120343" y="19770"/>
                  <a:pt x="120343" y="40968"/>
                </a:cubicBezTo>
                <a:cubicBezTo>
                  <a:pt x="120343" y="62165"/>
                  <a:pt x="103133" y="79375"/>
                  <a:pt x="81935" y="79375"/>
                </a:cubicBezTo>
                <a:cubicBezTo>
                  <a:pt x="60738" y="79375"/>
                  <a:pt x="43528" y="62165"/>
                  <a:pt x="43528" y="40968"/>
                </a:cubicBezTo>
                <a:close/>
                <a:moveTo>
                  <a:pt x="15363" y="154365"/>
                </a:moveTo>
                <a:cubicBezTo>
                  <a:pt x="15363" y="122839"/>
                  <a:pt x="40904" y="97298"/>
                  <a:pt x="72430" y="97298"/>
                </a:cubicBezTo>
                <a:lnTo>
                  <a:pt x="91441" y="97298"/>
                </a:lnTo>
                <a:cubicBezTo>
                  <a:pt x="122967" y="97298"/>
                  <a:pt x="148508" y="122839"/>
                  <a:pt x="148508" y="154365"/>
                </a:cubicBezTo>
                <a:cubicBezTo>
                  <a:pt x="148508" y="159614"/>
                  <a:pt x="144251" y="163871"/>
                  <a:pt x="139002" y="163871"/>
                </a:cubicBezTo>
                <a:lnTo>
                  <a:pt x="24869" y="163871"/>
                </a:lnTo>
                <a:cubicBezTo>
                  <a:pt x="19620" y="163871"/>
                  <a:pt x="15363" y="159614"/>
                  <a:pt x="15363" y="154365"/>
                </a:cubicBezTo>
                <a:close/>
                <a:moveTo>
                  <a:pt x="174113" y="30726"/>
                </a:moveTo>
                <a:cubicBezTo>
                  <a:pt x="178370" y="30726"/>
                  <a:pt x="181794" y="34150"/>
                  <a:pt x="181794" y="38407"/>
                </a:cubicBezTo>
                <a:lnTo>
                  <a:pt x="181794" y="53770"/>
                </a:lnTo>
                <a:lnTo>
                  <a:pt x="197157" y="53770"/>
                </a:lnTo>
                <a:cubicBezTo>
                  <a:pt x="201414" y="53770"/>
                  <a:pt x="204839" y="57195"/>
                  <a:pt x="204839" y="61452"/>
                </a:cubicBezTo>
                <a:cubicBezTo>
                  <a:pt x="204839" y="65708"/>
                  <a:pt x="201414" y="69133"/>
                  <a:pt x="197157" y="69133"/>
                </a:cubicBezTo>
                <a:lnTo>
                  <a:pt x="181794" y="69133"/>
                </a:lnTo>
                <a:lnTo>
                  <a:pt x="181794" y="84496"/>
                </a:lnTo>
                <a:cubicBezTo>
                  <a:pt x="181794" y="88753"/>
                  <a:pt x="178370" y="92177"/>
                  <a:pt x="174113" y="92177"/>
                </a:cubicBezTo>
                <a:cubicBezTo>
                  <a:pt x="169856" y="92177"/>
                  <a:pt x="166431" y="88753"/>
                  <a:pt x="166431" y="84496"/>
                </a:cubicBezTo>
                <a:lnTo>
                  <a:pt x="166431" y="69133"/>
                </a:lnTo>
                <a:lnTo>
                  <a:pt x="151069" y="69133"/>
                </a:lnTo>
                <a:cubicBezTo>
                  <a:pt x="146812" y="69133"/>
                  <a:pt x="143387" y="65708"/>
                  <a:pt x="143387" y="61452"/>
                </a:cubicBezTo>
                <a:cubicBezTo>
                  <a:pt x="143387" y="57195"/>
                  <a:pt x="146812" y="53770"/>
                  <a:pt x="151069" y="53770"/>
                </a:cubicBezTo>
                <a:lnTo>
                  <a:pt x="166431" y="53770"/>
                </a:lnTo>
                <a:lnTo>
                  <a:pt x="166431" y="38407"/>
                </a:lnTo>
                <a:cubicBezTo>
                  <a:pt x="166431" y="34150"/>
                  <a:pt x="169856" y="30726"/>
                  <a:pt x="174113" y="30726"/>
                </a:cubicBezTo>
                <a:close/>
              </a:path>
            </a:pathLst>
          </a:custGeom>
          <a:solidFill>
            <a:srgbClr val="E8ECEF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410" y="1438788"/>
            <a:ext cx="1212645" cy="2294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Add New Student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262797" y="1848465"/>
            <a:ext cx="3531419" cy="4178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Collects unique ID, name, password, subject marks (0-100 validated), and ECA activities. Writes to all 4 files atomically.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62797" y="2365684"/>
            <a:ext cx="3465871" cy="6555"/>
          </a:xfrm>
          <a:custGeom>
            <a:avLst/>
            <a:gdLst/>
            <a:ahLst/>
            <a:cxnLst/>
            <a:rect l="l" t="t" r="r" b="b"/>
            <a:pathLst>
              <a:path w="3465871" h="6555">
                <a:moveTo>
                  <a:pt x="0" y="0"/>
                </a:moveTo>
                <a:lnTo>
                  <a:pt x="3465871" y="0"/>
                </a:lnTo>
                <a:lnTo>
                  <a:pt x="3465871" y="6555"/>
                </a:lnTo>
                <a:lnTo>
                  <a:pt x="0" y="655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293522" y="2513167"/>
            <a:ext cx="86032" cy="114710"/>
          </a:xfrm>
          <a:custGeom>
            <a:avLst/>
            <a:gdLst/>
            <a:ahLst/>
            <a:cxnLst/>
            <a:rect l="l" t="t" r="r" b="b"/>
            <a:pathLst>
              <a:path w="86032" h="114710">
                <a:moveTo>
                  <a:pt x="55988" y="14966"/>
                </a:moveTo>
                <a:cubicBezTo>
                  <a:pt x="58318" y="11762"/>
                  <a:pt x="57601" y="7281"/>
                  <a:pt x="54397" y="4951"/>
                </a:cubicBezTo>
                <a:cubicBezTo>
                  <a:pt x="51194" y="2621"/>
                  <a:pt x="46713" y="3338"/>
                  <a:pt x="44383" y="6542"/>
                </a:cubicBezTo>
                <a:lnTo>
                  <a:pt x="20634" y="39185"/>
                </a:lnTo>
                <a:lnTo>
                  <a:pt x="12233" y="30783"/>
                </a:lnTo>
                <a:cubicBezTo>
                  <a:pt x="9432" y="27983"/>
                  <a:pt x="4884" y="27983"/>
                  <a:pt x="2084" y="30783"/>
                </a:cubicBezTo>
                <a:cubicBezTo>
                  <a:pt x="-717" y="33584"/>
                  <a:pt x="-717" y="38132"/>
                  <a:pt x="2084" y="40933"/>
                </a:cubicBezTo>
                <a:lnTo>
                  <a:pt x="16422" y="55271"/>
                </a:lnTo>
                <a:cubicBezTo>
                  <a:pt x="17901" y="56750"/>
                  <a:pt x="19962" y="57512"/>
                  <a:pt x="22046" y="57355"/>
                </a:cubicBezTo>
                <a:cubicBezTo>
                  <a:pt x="24129" y="57198"/>
                  <a:pt x="26056" y="56123"/>
                  <a:pt x="27288" y="54420"/>
                </a:cubicBezTo>
                <a:lnTo>
                  <a:pt x="55966" y="14988"/>
                </a:lnTo>
                <a:close/>
                <a:moveTo>
                  <a:pt x="84666" y="45436"/>
                </a:moveTo>
                <a:cubicBezTo>
                  <a:pt x="86996" y="42232"/>
                  <a:pt x="86279" y="37751"/>
                  <a:pt x="83075" y="35421"/>
                </a:cubicBezTo>
                <a:cubicBezTo>
                  <a:pt x="79871" y="33091"/>
                  <a:pt x="75390" y="33808"/>
                  <a:pt x="73060" y="37012"/>
                </a:cubicBezTo>
                <a:lnTo>
                  <a:pt x="34973" y="89370"/>
                </a:lnTo>
                <a:lnTo>
                  <a:pt x="19402" y="73800"/>
                </a:lnTo>
                <a:cubicBezTo>
                  <a:pt x="16602" y="70999"/>
                  <a:pt x="12053" y="70999"/>
                  <a:pt x="9253" y="73800"/>
                </a:cubicBezTo>
                <a:cubicBezTo>
                  <a:pt x="6452" y="76600"/>
                  <a:pt x="6452" y="81148"/>
                  <a:pt x="9253" y="83949"/>
                </a:cubicBezTo>
                <a:lnTo>
                  <a:pt x="30761" y="105457"/>
                </a:lnTo>
                <a:cubicBezTo>
                  <a:pt x="32240" y="106935"/>
                  <a:pt x="34301" y="107697"/>
                  <a:pt x="36384" y="107540"/>
                </a:cubicBezTo>
                <a:cubicBezTo>
                  <a:pt x="38468" y="107383"/>
                  <a:pt x="40395" y="106308"/>
                  <a:pt x="41627" y="104605"/>
                </a:cubicBezTo>
                <a:lnTo>
                  <a:pt x="84643" y="45458"/>
                </a:ln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31425" y="2506614"/>
            <a:ext cx="847679" cy="1310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905" b="1" dirty="0">
                <a:solidFill>
                  <a:srgbClr val="4A6C8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Input Validated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014315" y="1219200"/>
            <a:ext cx="3741174" cy="1586271"/>
          </a:xfrm>
          <a:custGeom>
            <a:avLst/>
            <a:gdLst/>
            <a:ahLst/>
            <a:cxnLst/>
            <a:rect l="l" t="t" r="r" b="b"/>
            <a:pathLst>
              <a:path w="3741174" h="1586271">
                <a:moveTo>
                  <a:pt x="65545" y="0"/>
                </a:moveTo>
                <a:lnTo>
                  <a:pt x="3675629" y="0"/>
                </a:lnTo>
                <a:cubicBezTo>
                  <a:pt x="3711829" y="0"/>
                  <a:pt x="3741174" y="29345"/>
                  <a:pt x="3741174" y="65545"/>
                </a:cubicBezTo>
                <a:lnTo>
                  <a:pt x="3741174" y="1520726"/>
                </a:lnTo>
                <a:cubicBezTo>
                  <a:pt x="3741174" y="1556926"/>
                  <a:pt x="3711829" y="1586271"/>
                  <a:pt x="3675629" y="1586271"/>
                </a:cubicBezTo>
                <a:lnTo>
                  <a:pt x="65545" y="1586271"/>
                </a:lnTo>
                <a:cubicBezTo>
                  <a:pt x="29345" y="1586271"/>
                  <a:pt x="0" y="1556926"/>
                  <a:pt x="0" y="1520726"/>
                </a:cubicBezTo>
                <a:lnTo>
                  <a:pt x="0" y="65545"/>
                </a:lnTo>
                <a:cubicBezTo>
                  <a:pt x="0" y="29370"/>
                  <a:pt x="29370" y="0"/>
                  <a:pt x="65545" y="0"/>
                </a:cubicBezTo>
                <a:close/>
              </a:path>
            </a:pathLst>
          </a:custGeom>
          <a:gradFill flip="none" rotWithShape="1">
            <a:gsLst>
              <a:gs pos="0">
                <a:srgbClr val="788A9C">
                  <a:alpha val="20000"/>
                </a:srgbClr>
              </a:gs>
              <a:gs pos="100000">
                <a:srgbClr val="788A9C">
                  <a:alpha val="5000"/>
                </a:srgbClr>
              </a:gs>
            </a:gsLst>
            <a:lin ang="2700000" scaled="1"/>
          </a:gradFill>
          <a:ln w="20320">
            <a:solidFill>
              <a:srgbClr val="788A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151967" y="1356852"/>
            <a:ext cx="393290" cy="393290"/>
          </a:xfrm>
          <a:custGeom>
            <a:avLst/>
            <a:gdLst/>
            <a:ahLst/>
            <a:cxnLst/>
            <a:rect l="l" t="t" r="r" b="b"/>
            <a:pathLst>
              <a:path w="393290" h="393290">
                <a:moveTo>
                  <a:pt x="65550" y="0"/>
                </a:moveTo>
                <a:lnTo>
                  <a:pt x="327741" y="0"/>
                </a:lnTo>
                <a:cubicBezTo>
                  <a:pt x="363918" y="0"/>
                  <a:pt x="393290" y="29372"/>
                  <a:pt x="393290" y="65550"/>
                </a:cubicBezTo>
                <a:lnTo>
                  <a:pt x="393290" y="327741"/>
                </a:lnTo>
                <a:cubicBezTo>
                  <a:pt x="393290" y="363943"/>
                  <a:pt x="363943" y="393290"/>
                  <a:pt x="327741" y="393290"/>
                </a:cubicBezTo>
                <a:lnTo>
                  <a:pt x="65550" y="393290"/>
                </a:lnTo>
                <a:cubicBezTo>
                  <a:pt x="29372" y="393290"/>
                  <a:pt x="0" y="363918"/>
                  <a:pt x="0" y="327741"/>
                </a:cubicBezTo>
                <a:lnTo>
                  <a:pt x="0" y="65550"/>
                </a:lnTo>
                <a:cubicBezTo>
                  <a:pt x="0" y="29372"/>
                  <a:pt x="29372" y="0"/>
                  <a:pt x="65550" y="0"/>
                </a:cubicBezTo>
                <a:close/>
              </a:path>
            </a:pathLst>
          </a:custGeom>
          <a:solidFill>
            <a:srgbClr val="788A9C"/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266676" y="1471562"/>
            <a:ext cx="163871" cy="163871"/>
          </a:xfrm>
          <a:custGeom>
            <a:avLst/>
            <a:gdLst/>
            <a:ahLst/>
            <a:cxnLst/>
            <a:rect l="l" t="t" r="r" b="b"/>
            <a:pathLst>
              <a:path w="163871" h="163871">
                <a:moveTo>
                  <a:pt x="150941" y="6945"/>
                </a:moveTo>
                <a:cubicBezTo>
                  <a:pt x="143931" y="-64"/>
                  <a:pt x="132601" y="-64"/>
                  <a:pt x="125592" y="6945"/>
                </a:cubicBezTo>
                <a:lnTo>
                  <a:pt x="117782" y="14755"/>
                </a:lnTo>
                <a:lnTo>
                  <a:pt x="149116" y="46089"/>
                </a:lnTo>
                <a:lnTo>
                  <a:pt x="156926" y="38279"/>
                </a:lnTo>
                <a:cubicBezTo>
                  <a:pt x="163935" y="31270"/>
                  <a:pt x="163935" y="19940"/>
                  <a:pt x="156926" y="12930"/>
                </a:cubicBezTo>
                <a:lnTo>
                  <a:pt x="150941" y="6945"/>
                </a:lnTo>
                <a:close/>
                <a:moveTo>
                  <a:pt x="55178" y="77359"/>
                </a:moveTo>
                <a:cubicBezTo>
                  <a:pt x="53226" y="79311"/>
                  <a:pt x="51722" y="81711"/>
                  <a:pt x="50858" y="84368"/>
                </a:cubicBezTo>
                <a:lnTo>
                  <a:pt x="41384" y="112789"/>
                </a:lnTo>
                <a:cubicBezTo>
                  <a:pt x="40456" y="115542"/>
                  <a:pt x="41192" y="118582"/>
                  <a:pt x="43240" y="120663"/>
                </a:cubicBezTo>
                <a:cubicBezTo>
                  <a:pt x="45289" y="122743"/>
                  <a:pt x="48329" y="123447"/>
                  <a:pt x="51114" y="122519"/>
                </a:cubicBezTo>
                <a:lnTo>
                  <a:pt x="79535" y="113045"/>
                </a:lnTo>
                <a:cubicBezTo>
                  <a:pt x="82160" y="112181"/>
                  <a:pt x="84560" y="110677"/>
                  <a:pt x="86544" y="108725"/>
                </a:cubicBezTo>
                <a:lnTo>
                  <a:pt x="138266" y="56939"/>
                </a:lnTo>
                <a:lnTo>
                  <a:pt x="106932" y="25605"/>
                </a:lnTo>
                <a:lnTo>
                  <a:pt x="55178" y="77359"/>
                </a:lnTo>
                <a:close/>
                <a:moveTo>
                  <a:pt x="30726" y="20484"/>
                </a:moveTo>
                <a:cubicBezTo>
                  <a:pt x="13763" y="20484"/>
                  <a:pt x="0" y="34246"/>
                  <a:pt x="0" y="51210"/>
                </a:cubicBezTo>
                <a:lnTo>
                  <a:pt x="0" y="133145"/>
                </a:lnTo>
                <a:cubicBezTo>
                  <a:pt x="0" y="150108"/>
                  <a:pt x="13763" y="163871"/>
                  <a:pt x="30726" y="163871"/>
                </a:cubicBezTo>
                <a:lnTo>
                  <a:pt x="112661" y="163871"/>
                </a:lnTo>
                <a:cubicBezTo>
                  <a:pt x="129624" y="163871"/>
                  <a:pt x="143387" y="150108"/>
                  <a:pt x="143387" y="133145"/>
                </a:cubicBezTo>
                <a:lnTo>
                  <a:pt x="143387" y="102419"/>
                </a:lnTo>
                <a:cubicBezTo>
                  <a:pt x="143387" y="96754"/>
                  <a:pt x="138810" y="92177"/>
                  <a:pt x="133145" y="92177"/>
                </a:cubicBezTo>
                <a:cubicBezTo>
                  <a:pt x="127480" y="92177"/>
                  <a:pt x="122903" y="96754"/>
                  <a:pt x="122903" y="102419"/>
                </a:cubicBezTo>
                <a:lnTo>
                  <a:pt x="122903" y="133145"/>
                </a:lnTo>
                <a:cubicBezTo>
                  <a:pt x="122903" y="138810"/>
                  <a:pt x="118326" y="143387"/>
                  <a:pt x="112661" y="143387"/>
                </a:cubicBezTo>
                <a:lnTo>
                  <a:pt x="30726" y="143387"/>
                </a:lnTo>
                <a:cubicBezTo>
                  <a:pt x="25061" y="143387"/>
                  <a:pt x="20484" y="138810"/>
                  <a:pt x="20484" y="133145"/>
                </a:cubicBezTo>
                <a:lnTo>
                  <a:pt x="20484" y="51210"/>
                </a:lnTo>
                <a:cubicBezTo>
                  <a:pt x="20484" y="45545"/>
                  <a:pt x="25061" y="40968"/>
                  <a:pt x="30726" y="40968"/>
                </a:cubicBezTo>
                <a:lnTo>
                  <a:pt x="61452" y="40968"/>
                </a:lnTo>
                <a:cubicBezTo>
                  <a:pt x="67117" y="40968"/>
                  <a:pt x="71694" y="36391"/>
                  <a:pt x="71694" y="30726"/>
                </a:cubicBezTo>
                <a:cubicBezTo>
                  <a:pt x="71694" y="25061"/>
                  <a:pt x="67117" y="20484"/>
                  <a:pt x="61452" y="20484"/>
                </a:cubicBezTo>
                <a:lnTo>
                  <a:pt x="30726" y="20484"/>
                </a:lnTo>
                <a:close/>
              </a:path>
            </a:pathLst>
          </a:custGeom>
          <a:solidFill>
            <a:srgbClr val="1A2332"/>
          </a:solidFill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643580" y="1438788"/>
            <a:ext cx="1048774" cy="2294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Update Grades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151967" y="1848465"/>
            <a:ext cx="3531419" cy="4178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Subject-by-subject grade updates with comprehensive input validation and immediate persistence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51967" y="2365684"/>
            <a:ext cx="3465871" cy="6555"/>
          </a:xfrm>
          <a:custGeom>
            <a:avLst/>
            <a:gdLst/>
            <a:ahLst/>
            <a:cxnLst/>
            <a:rect l="l" t="t" r="r" b="b"/>
            <a:pathLst>
              <a:path w="3465871" h="6555">
                <a:moveTo>
                  <a:pt x="0" y="0"/>
                </a:moveTo>
                <a:lnTo>
                  <a:pt x="3465871" y="0"/>
                </a:lnTo>
                <a:lnTo>
                  <a:pt x="3465871" y="6555"/>
                </a:lnTo>
                <a:lnTo>
                  <a:pt x="0" y="655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168354" y="2513167"/>
            <a:ext cx="114710" cy="114710"/>
          </a:xfrm>
          <a:custGeom>
            <a:avLst/>
            <a:gdLst/>
            <a:ahLst/>
            <a:cxnLst/>
            <a:rect l="l" t="t" r="r" b="b"/>
            <a:pathLst>
              <a:path w="114710" h="114710">
                <a:moveTo>
                  <a:pt x="57355" y="0"/>
                </a:moveTo>
                <a:cubicBezTo>
                  <a:pt x="58385" y="0"/>
                  <a:pt x="59416" y="224"/>
                  <a:pt x="60357" y="650"/>
                </a:cubicBezTo>
                <a:lnTo>
                  <a:pt x="102567" y="18551"/>
                </a:lnTo>
                <a:cubicBezTo>
                  <a:pt x="107496" y="20634"/>
                  <a:pt x="111170" y="25496"/>
                  <a:pt x="111147" y="31366"/>
                </a:cubicBezTo>
                <a:cubicBezTo>
                  <a:pt x="111035" y="53591"/>
                  <a:pt x="101894" y="94255"/>
                  <a:pt x="63292" y="112738"/>
                </a:cubicBezTo>
                <a:cubicBezTo>
                  <a:pt x="59550" y="114530"/>
                  <a:pt x="55204" y="114530"/>
                  <a:pt x="51463" y="112738"/>
                </a:cubicBezTo>
                <a:cubicBezTo>
                  <a:pt x="12838" y="94255"/>
                  <a:pt x="3719" y="53591"/>
                  <a:pt x="3607" y="31366"/>
                </a:cubicBezTo>
                <a:cubicBezTo>
                  <a:pt x="3585" y="25496"/>
                  <a:pt x="7259" y="20634"/>
                  <a:pt x="12188" y="18551"/>
                </a:cubicBezTo>
                <a:lnTo>
                  <a:pt x="54375" y="650"/>
                </a:lnTo>
                <a:cubicBezTo>
                  <a:pt x="55316" y="224"/>
                  <a:pt x="56324" y="0"/>
                  <a:pt x="57355" y="0"/>
                </a:cubicBezTo>
                <a:close/>
                <a:moveTo>
                  <a:pt x="57355" y="14966"/>
                </a:moveTo>
                <a:lnTo>
                  <a:pt x="57355" y="99676"/>
                </a:lnTo>
                <a:cubicBezTo>
                  <a:pt x="88273" y="84710"/>
                  <a:pt x="96585" y="51552"/>
                  <a:pt x="96786" y="31702"/>
                </a:cubicBezTo>
                <a:lnTo>
                  <a:pt x="57355" y="14988"/>
                </a:lnTo>
                <a:lnTo>
                  <a:pt x="57355" y="14988"/>
                </a:lnTo>
                <a:close/>
              </a:path>
            </a:pathLst>
          </a:custGeom>
          <a:solidFill>
            <a:srgbClr val="788A9C"/>
          </a:solidFill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320595" y="2506614"/>
            <a:ext cx="742084" cy="1310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905" b="1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0-100 Range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35975" y="2945786"/>
            <a:ext cx="3741174" cy="1586271"/>
          </a:xfrm>
          <a:custGeom>
            <a:avLst/>
            <a:gdLst/>
            <a:ahLst/>
            <a:cxnLst/>
            <a:rect l="l" t="t" r="r" b="b"/>
            <a:pathLst>
              <a:path w="3741174" h="1586271">
                <a:moveTo>
                  <a:pt x="65545" y="0"/>
                </a:moveTo>
                <a:lnTo>
                  <a:pt x="3675629" y="0"/>
                </a:lnTo>
                <a:cubicBezTo>
                  <a:pt x="3711829" y="0"/>
                  <a:pt x="3741174" y="29345"/>
                  <a:pt x="3741174" y="65545"/>
                </a:cubicBezTo>
                <a:lnTo>
                  <a:pt x="3741174" y="1520726"/>
                </a:lnTo>
                <a:cubicBezTo>
                  <a:pt x="3741174" y="1556926"/>
                  <a:pt x="3711829" y="1586271"/>
                  <a:pt x="3675629" y="1586271"/>
                </a:cubicBezTo>
                <a:lnTo>
                  <a:pt x="65545" y="1586271"/>
                </a:lnTo>
                <a:cubicBezTo>
                  <a:pt x="29345" y="1586271"/>
                  <a:pt x="0" y="1556926"/>
                  <a:pt x="0" y="1520726"/>
                </a:cubicBezTo>
                <a:lnTo>
                  <a:pt x="0" y="65545"/>
                </a:lnTo>
                <a:cubicBezTo>
                  <a:pt x="0" y="29370"/>
                  <a:pt x="29370" y="0"/>
                  <a:pt x="65545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4E">
                  <a:alpha val="20000"/>
                </a:srgbClr>
              </a:gs>
              <a:gs pos="100000">
                <a:srgbClr val="D4A24E">
                  <a:alpha val="5000"/>
                </a:srgbClr>
              </a:gs>
            </a:gsLst>
            <a:lin ang="2700000" scaled="1"/>
          </a:gradFill>
          <a:ln w="20320">
            <a:solidFill>
              <a:srgbClr val="D4A2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73626" y="3083439"/>
            <a:ext cx="393290" cy="393290"/>
          </a:xfrm>
          <a:custGeom>
            <a:avLst/>
            <a:gdLst/>
            <a:ahLst/>
            <a:cxnLst/>
            <a:rect l="l" t="t" r="r" b="b"/>
            <a:pathLst>
              <a:path w="393290" h="393290">
                <a:moveTo>
                  <a:pt x="65550" y="0"/>
                </a:moveTo>
                <a:lnTo>
                  <a:pt x="327741" y="0"/>
                </a:lnTo>
                <a:cubicBezTo>
                  <a:pt x="363918" y="0"/>
                  <a:pt x="393290" y="29372"/>
                  <a:pt x="393290" y="65550"/>
                </a:cubicBezTo>
                <a:lnTo>
                  <a:pt x="393290" y="327741"/>
                </a:lnTo>
                <a:cubicBezTo>
                  <a:pt x="393290" y="363943"/>
                  <a:pt x="363943" y="393290"/>
                  <a:pt x="327741" y="393290"/>
                </a:cubicBezTo>
                <a:lnTo>
                  <a:pt x="65550" y="393290"/>
                </a:lnTo>
                <a:cubicBezTo>
                  <a:pt x="29372" y="393290"/>
                  <a:pt x="0" y="363918"/>
                  <a:pt x="0" y="327741"/>
                </a:cubicBezTo>
                <a:lnTo>
                  <a:pt x="0" y="65550"/>
                </a:lnTo>
                <a:cubicBezTo>
                  <a:pt x="0" y="29372"/>
                  <a:pt x="29372" y="0"/>
                  <a:pt x="65550" y="0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98578" y="3198148"/>
            <a:ext cx="143387" cy="163871"/>
          </a:xfrm>
          <a:custGeom>
            <a:avLst/>
            <a:gdLst/>
            <a:ahLst/>
            <a:cxnLst/>
            <a:rect l="l" t="t" r="r" b="b"/>
            <a:pathLst>
              <a:path w="143387" h="163871">
                <a:moveTo>
                  <a:pt x="82096" y="-10242"/>
                </a:moveTo>
                <a:cubicBezTo>
                  <a:pt x="91988" y="-10242"/>
                  <a:pt x="100019" y="-2211"/>
                  <a:pt x="100019" y="7681"/>
                </a:cubicBezTo>
                <a:cubicBezTo>
                  <a:pt x="100019" y="17574"/>
                  <a:pt x="91988" y="25605"/>
                  <a:pt x="82096" y="25605"/>
                </a:cubicBezTo>
                <a:cubicBezTo>
                  <a:pt x="72203" y="25605"/>
                  <a:pt x="64172" y="17574"/>
                  <a:pt x="64172" y="7681"/>
                </a:cubicBezTo>
                <a:cubicBezTo>
                  <a:pt x="64172" y="-2211"/>
                  <a:pt x="72203" y="-10242"/>
                  <a:pt x="82096" y="-10242"/>
                </a:cubicBezTo>
                <a:close/>
                <a:moveTo>
                  <a:pt x="39559" y="56331"/>
                </a:moveTo>
                <a:cubicBezTo>
                  <a:pt x="38503" y="56331"/>
                  <a:pt x="37575" y="56971"/>
                  <a:pt x="37191" y="57931"/>
                </a:cubicBezTo>
                <a:lnTo>
                  <a:pt x="30150" y="75502"/>
                </a:lnTo>
                <a:cubicBezTo>
                  <a:pt x="28037" y="80751"/>
                  <a:pt x="22084" y="83312"/>
                  <a:pt x="16835" y="81199"/>
                </a:cubicBezTo>
                <a:cubicBezTo>
                  <a:pt x="11586" y="79087"/>
                  <a:pt x="9026" y="73134"/>
                  <a:pt x="11138" y="67885"/>
                </a:cubicBezTo>
                <a:lnTo>
                  <a:pt x="18147" y="50314"/>
                </a:lnTo>
                <a:cubicBezTo>
                  <a:pt x="21668" y="41576"/>
                  <a:pt x="30118" y="35847"/>
                  <a:pt x="39559" y="35847"/>
                </a:cubicBezTo>
                <a:lnTo>
                  <a:pt x="70701" y="35847"/>
                </a:lnTo>
                <a:cubicBezTo>
                  <a:pt x="79823" y="35847"/>
                  <a:pt x="88241" y="40680"/>
                  <a:pt x="92818" y="48553"/>
                </a:cubicBezTo>
                <a:lnTo>
                  <a:pt x="103316" y="66573"/>
                </a:lnTo>
                <a:lnTo>
                  <a:pt x="123031" y="66573"/>
                </a:lnTo>
                <a:cubicBezTo>
                  <a:pt x="128696" y="66573"/>
                  <a:pt x="133273" y="71149"/>
                  <a:pt x="133273" y="76815"/>
                </a:cubicBezTo>
                <a:cubicBezTo>
                  <a:pt x="133273" y="82480"/>
                  <a:pt x="128696" y="87056"/>
                  <a:pt x="123031" y="87056"/>
                </a:cubicBezTo>
                <a:lnTo>
                  <a:pt x="103316" y="87056"/>
                </a:lnTo>
                <a:cubicBezTo>
                  <a:pt x="96018" y="87056"/>
                  <a:pt x="89297" y="83184"/>
                  <a:pt x="85616" y="76879"/>
                </a:cubicBezTo>
                <a:lnTo>
                  <a:pt x="82416" y="71405"/>
                </a:lnTo>
                <a:lnTo>
                  <a:pt x="75790" y="93938"/>
                </a:lnTo>
                <a:lnTo>
                  <a:pt x="99923" y="101171"/>
                </a:lnTo>
                <a:cubicBezTo>
                  <a:pt x="108789" y="103828"/>
                  <a:pt x="113301" y="113653"/>
                  <a:pt x="109557" y="122135"/>
                </a:cubicBezTo>
                <a:lnTo>
                  <a:pt x="91441" y="162911"/>
                </a:lnTo>
                <a:cubicBezTo>
                  <a:pt x="89137" y="168096"/>
                  <a:pt x="83088" y="170400"/>
                  <a:pt x="77935" y="168096"/>
                </a:cubicBezTo>
                <a:cubicBezTo>
                  <a:pt x="72782" y="165791"/>
                  <a:pt x="70445" y="159742"/>
                  <a:pt x="72750" y="154589"/>
                </a:cubicBezTo>
                <a:lnTo>
                  <a:pt x="88497" y="119127"/>
                </a:lnTo>
                <a:lnTo>
                  <a:pt x="57803" y="109909"/>
                </a:lnTo>
                <a:cubicBezTo>
                  <a:pt x="47337" y="106772"/>
                  <a:pt x="41160" y="95922"/>
                  <a:pt x="43816" y="85328"/>
                </a:cubicBezTo>
                <a:lnTo>
                  <a:pt x="51082" y="56331"/>
                </a:lnTo>
                <a:lnTo>
                  <a:pt x="39591" y="56331"/>
                </a:lnTo>
                <a:close/>
                <a:moveTo>
                  <a:pt x="36999" y="114262"/>
                </a:moveTo>
                <a:cubicBezTo>
                  <a:pt x="41256" y="119030"/>
                  <a:pt x="46825" y="122679"/>
                  <a:pt x="53386" y="124632"/>
                </a:cubicBezTo>
                <a:lnTo>
                  <a:pt x="54890" y="125080"/>
                </a:lnTo>
                <a:lnTo>
                  <a:pt x="52682" y="131257"/>
                </a:lnTo>
                <a:cubicBezTo>
                  <a:pt x="50826" y="136474"/>
                  <a:pt x="47561" y="141115"/>
                  <a:pt x="43304" y="144635"/>
                </a:cubicBezTo>
                <a:lnTo>
                  <a:pt x="16931" y="166367"/>
                </a:lnTo>
                <a:cubicBezTo>
                  <a:pt x="12578" y="169952"/>
                  <a:pt x="6113" y="169344"/>
                  <a:pt x="2528" y="164991"/>
                </a:cubicBezTo>
                <a:cubicBezTo>
                  <a:pt x="-1056" y="160638"/>
                  <a:pt x="-448" y="154173"/>
                  <a:pt x="3905" y="150588"/>
                </a:cubicBezTo>
                <a:lnTo>
                  <a:pt x="30278" y="128856"/>
                </a:lnTo>
                <a:cubicBezTo>
                  <a:pt x="31718" y="127672"/>
                  <a:pt x="32774" y="126136"/>
                  <a:pt x="33414" y="124408"/>
                </a:cubicBezTo>
                <a:lnTo>
                  <a:pt x="36999" y="114262"/>
                </a:lnTo>
                <a:close/>
              </a:path>
            </a:pathLst>
          </a:custGeom>
          <a:solidFill>
            <a:srgbClr val="1A2332"/>
          </a:solidFill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65239" y="3165374"/>
            <a:ext cx="868516" cy="2294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Update ECA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73626" y="3575052"/>
            <a:ext cx="3531419" cy="4178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Replace or append ECA records per student with activity name and participation details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73626" y="4092370"/>
            <a:ext cx="3465871" cy="6555"/>
          </a:xfrm>
          <a:custGeom>
            <a:avLst/>
            <a:gdLst/>
            <a:ahLst/>
            <a:cxnLst/>
            <a:rect l="l" t="t" r="r" b="b"/>
            <a:pathLst>
              <a:path w="3465871" h="6555">
                <a:moveTo>
                  <a:pt x="0" y="0"/>
                </a:moveTo>
                <a:lnTo>
                  <a:pt x="3465871" y="0"/>
                </a:lnTo>
                <a:lnTo>
                  <a:pt x="3465871" y="6555"/>
                </a:lnTo>
                <a:lnTo>
                  <a:pt x="0" y="655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90014" y="4239853"/>
            <a:ext cx="114710" cy="114710"/>
          </a:xfrm>
          <a:custGeom>
            <a:avLst/>
            <a:gdLst/>
            <a:ahLst/>
            <a:cxnLst/>
            <a:rect l="l" t="t" r="r" b="b"/>
            <a:pathLst>
              <a:path w="114710" h="114710">
                <a:moveTo>
                  <a:pt x="29977" y="8133"/>
                </a:moveTo>
                <a:cubicBezTo>
                  <a:pt x="32419" y="9835"/>
                  <a:pt x="33001" y="13196"/>
                  <a:pt x="31299" y="15616"/>
                </a:cubicBezTo>
                <a:lnTo>
                  <a:pt x="18752" y="33539"/>
                </a:lnTo>
                <a:cubicBezTo>
                  <a:pt x="17834" y="34839"/>
                  <a:pt x="16400" y="35668"/>
                  <a:pt x="14809" y="35802"/>
                </a:cubicBezTo>
                <a:cubicBezTo>
                  <a:pt x="13218" y="35936"/>
                  <a:pt x="11650" y="35399"/>
                  <a:pt x="10530" y="34278"/>
                </a:cubicBezTo>
                <a:lnTo>
                  <a:pt x="1568" y="25317"/>
                </a:lnTo>
                <a:cubicBezTo>
                  <a:pt x="-515" y="23211"/>
                  <a:pt x="-515" y="19805"/>
                  <a:pt x="1568" y="17699"/>
                </a:cubicBezTo>
                <a:cubicBezTo>
                  <a:pt x="3652" y="15593"/>
                  <a:pt x="7080" y="15616"/>
                  <a:pt x="9186" y="17699"/>
                </a:cubicBezTo>
                <a:lnTo>
                  <a:pt x="13622" y="22135"/>
                </a:lnTo>
                <a:lnTo>
                  <a:pt x="22494" y="9455"/>
                </a:lnTo>
                <a:cubicBezTo>
                  <a:pt x="24197" y="7013"/>
                  <a:pt x="27557" y="6430"/>
                  <a:pt x="29977" y="8133"/>
                </a:cubicBezTo>
                <a:close/>
                <a:moveTo>
                  <a:pt x="29977" y="43980"/>
                </a:moveTo>
                <a:cubicBezTo>
                  <a:pt x="32419" y="45682"/>
                  <a:pt x="33001" y="49043"/>
                  <a:pt x="31299" y="51463"/>
                </a:cubicBezTo>
                <a:lnTo>
                  <a:pt x="18752" y="69386"/>
                </a:lnTo>
                <a:cubicBezTo>
                  <a:pt x="17834" y="70685"/>
                  <a:pt x="16400" y="71514"/>
                  <a:pt x="14809" y="71649"/>
                </a:cubicBezTo>
                <a:cubicBezTo>
                  <a:pt x="13218" y="71783"/>
                  <a:pt x="11650" y="71245"/>
                  <a:pt x="10530" y="70125"/>
                </a:cubicBezTo>
                <a:lnTo>
                  <a:pt x="1568" y="61164"/>
                </a:lnTo>
                <a:cubicBezTo>
                  <a:pt x="-538" y="59058"/>
                  <a:pt x="-538" y="55652"/>
                  <a:pt x="1568" y="53569"/>
                </a:cubicBezTo>
                <a:cubicBezTo>
                  <a:pt x="3674" y="51485"/>
                  <a:pt x="7080" y="51463"/>
                  <a:pt x="9163" y="53569"/>
                </a:cubicBezTo>
                <a:lnTo>
                  <a:pt x="13599" y="58005"/>
                </a:lnTo>
                <a:lnTo>
                  <a:pt x="22471" y="45324"/>
                </a:lnTo>
                <a:cubicBezTo>
                  <a:pt x="24174" y="42882"/>
                  <a:pt x="27535" y="42299"/>
                  <a:pt x="29954" y="44002"/>
                </a:cubicBezTo>
                <a:close/>
                <a:moveTo>
                  <a:pt x="50185" y="21508"/>
                </a:moveTo>
                <a:cubicBezTo>
                  <a:pt x="50185" y="17543"/>
                  <a:pt x="53389" y="14339"/>
                  <a:pt x="57355" y="14339"/>
                </a:cubicBezTo>
                <a:lnTo>
                  <a:pt x="107540" y="14339"/>
                </a:lnTo>
                <a:cubicBezTo>
                  <a:pt x="111506" y="14339"/>
                  <a:pt x="114710" y="17543"/>
                  <a:pt x="114710" y="21508"/>
                </a:cubicBezTo>
                <a:cubicBezTo>
                  <a:pt x="114710" y="25474"/>
                  <a:pt x="111506" y="28677"/>
                  <a:pt x="107540" y="28677"/>
                </a:cubicBezTo>
                <a:lnTo>
                  <a:pt x="57355" y="28677"/>
                </a:lnTo>
                <a:cubicBezTo>
                  <a:pt x="53389" y="28677"/>
                  <a:pt x="50185" y="25474"/>
                  <a:pt x="50185" y="21508"/>
                </a:cubicBezTo>
                <a:close/>
                <a:moveTo>
                  <a:pt x="50185" y="57355"/>
                </a:moveTo>
                <a:cubicBezTo>
                  <a:pt x="50185" y="53389"/>
                  <a:pt x="53389" y="50185"/>
                  <a:pt x="57355" y="50185"/>
                </a:cubicBezTo>
                <a:lnTo>
                  <a:pt x="107540" y="50185"/>
                </a:lnTo>
                <a:cubicBezTo>
                  <a:pt x="111506" y="50185"/>
                  <a:pt x="114710" y="53389"/>
                  <a:pt x="114710" y="57355"/>
                </a:cubicBezTo>
                <a:cubicBezTo>
                  <a:pt x="114710" y="61320"/>
                  <a:pt x="111506" y="64524"/>
                  <a:pt x="107540" y="64524"/>
                </a:cubicBezTo>
                <a:lnTo>
                  <a:pt x="57355" y="64524"/>
                </a:lnTo>
                <a:cubicBezTo>
                  <a:pt x="53389" y="64524"/>
                  <a:pt x="50185" y="61320"/>
                  <a:pt x="50185" y="57355"/>
                </a:cubicBezTo>
                <a:close/>
                <a:moveTo>
                  <a:pt x="35847" y="93202"/>
                </a:moveTo>
                <a:cubicBezTo>
                  <a:pt x="35847" y="89236"/>
                  <a:pt x="39051" y="86032"/>
                  <a:pt x="43016" y="86032"/>
                </a:cubicBezTo>
                <a:lnTo>
                  <a:pt x="107540" y="86032"/>
                </a:lnTo>
                <a:cubicBezTo>
                  <a:pt x="111506" y="86032"/>
                  <a:pt x="114710" y="89236"/>
                  <a:pt x="114710" y="93202"/>
                </a:cubicBezTo>
                <a:cubicBezTo>
                  <a:pt x="114710" y="97167"/>
                  <a:pt x="111506" y="100371"/>
                  <a:pt x="107540" y="100371"/>
                </a:cubicBezTo>
                <a:lnTo>
                  <a:pt x="43016" y="100371"/>
                </a:lnTo>
                <a:cubicBezTo>
                  <a:pt x="39051" y="100371"/>
                  <a:pt x="35847" y="97167"/>
                  <a:pt x="35847" y="93202"/>
                </a:cubicBezTo>
                <a:close/>
                <a:moveTo>
                  <a:pt x="14339" y="84240"/>
                </a:moveTo>
                <a:cubicBezTo>
                  <a:pt x="19285" y="84240"/>
                  <a:pt x="23300" y="88256"/>
                  <a:pt x="23300" y="93202"/>
                </a:cubicBezTo>
                <a:cubicBezTo>
                  <a:pt x="23300" y="98148"/>
                  <a:pt x="19285" y="102163"/>
                  <a:pt x="14339" y="102163"/>
                </a:cubicBezTo>
                <a:cubicBezTo>
                  <a:pt x="9393" y="102163"/>
                  <a:pt x="5377" y="98148"/>
                  <a:pt x="5377" y="93202"/>
                </a:cubicBezTo>
                <a:cubicBezTo>
                  <a:pt x="5377" y="88256"/>
                  <a:pt x="9393" y="84240"/>
                  <a:pt x="14339" y="84240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42255" y="4233300"/>
            <a:ext cx="914354" cy="1310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905" b="1" dirty="0">
                <a:solidFill>
                  <a:srgbClr val="D4A24E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Flexible Updates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125145" y="2945786"/>
            <a:ext cx="3741174" cy="1586271"/>
          </a:xfrm>
          <a:custGeom>
            <a:avLst/>
            <a:gdLst/>
            <a:ahLst/>
            <a:cxnLst/>
            <a:rect l="l" t="t" r="r" b="b"/>
            <a:pathLst>
              <a:path w="3741174" h="1586271">
                <a:moveTo>
                  <a:pt x="65545" y="0"/>
                </a:moveTo>
                <a:lnTo>
                  <a:pt x="3675629" y="0"/>
                </a:lnTo>
                <a:cubicBezTo>
                  <a:pt x="3711829" y="0"/>
                  <a:pt x="3741174" y="29345"/>
                  <a:pt x="3741174" y="65545"/>
                </a:cubicBezTo>
                <a:lnTo>
                  <a:pt x="3741174" y="1520726"/>
                </a:lnTo>
                <a:cubicBezTo>
                  <a:pt x="3741174" y="1556926"/>
                  <a:pt x="3711829" y="1586271"/>
                  <a:pt x="3675629" y="1586271"/>
                </a:cubicBezTo>
                <a:lnTo>
                  <a:pt x="65545" y="1586271"/>
                </a:lnTo>
                <a:cubicBezTo>
                  <a:pt x="29345" y="1586271"/>
                  <a:pt x="0" y="1556926"/>
                  <a:pt x="0" y="1520726"/>
                </a:cubicBezTo>
                <a:lnTo>
                  <a:pt x="0" y="65545"/>
                </a:lnTo>
                <a:cubicBezTo>
                  <a:pt x="0" y="29370"/>
                  <a:pt x="29370" y="0"/>
                  <a:pt x="65545" y="0"/>
                </a:cubicBezTo>
                <a:close/>
              </a:path>
            </a:pathLst>
          </a:custGeom>
          <a:gradFill flip="none" rotWithShape="1">
            <a:gsLst>
              <a:gs pos="0">
                <a:srgbClr val="E74C3C">
                  <a:alpha val="20000"/>
                </a:srgbClr>
              </a:gs>
              <a:gs pos="100000">
                <a:srgbClr val="E74C3C">
                  <a:alpha val="5000"/>
                </a:srgbClr>
              </a:gs>
            </a:gsLst>
            <a:lin ang="2700000" scaled="1"/>
          </a:gradFill>
          <a:ln w="2032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262797" y="3083439"/>
            <a:ext cx="393290" cy="393290"/>
          </a:xfrm>
          <a:custGeom>
            <a:avLst/>
            <a:gdLst/>
            <a:ahLst/>
            <a:cxnLst/>
            <a:rect l="l" t="t" r="r" b="b"/>
            <a:pathLst>
              <a:path w="393290" h="393290">
                <a:moveTo>
                  <a:pt x="65550" y="0"/>
                </a:moveTo>
                <a:lnTo>
                  <a:pt x="327741" y="0"/>
                </a:lnTo>
                <a:cubicBezTo>
                  <a:pt x="363918" y="0"/>
                  <a:pt x="393290" y="29372"/>
                  <a:pt x="393290" y="65550"/>
                </a:cubicBezTo>
                <a:lnTo>
                  <a:pt x="393290" y="327741"/>
                </a:lnTo>
                <a:cubicBezTo>
                  <a:pt x="393290" y="363943"/>
                  <a:pt x="363943" y="393290"/>
                  <a:pt x="327741" y="393290"/>
                </a:cubicBezTo>
                <a:lnTo>
                  <a:pt x="65550" y="393290"/>
                </a:lnTo>
                <a:cubicBezTo>
                  <a:pt x="29372" y="393290"/>
                  <a:pt x="0" y="363918"/>
                  <a:pt x="0" y="327741"/>
                </a:cubicBezTo>
                <a:lnTo>
                  <a:pt x="0" y="65550"/>
                </a:lnTo>
                <a:cubicBezTo>
                  <a:pt x="0" y="29372"/>
                  <a:pt x="29372" y="0"/>
                  <a:pt x="65550" y="0"/>
                </a:cubicBezTo>
                <a:close/>
              </a:path>
            </a:pathLst>
          </a:custGeom>
          <a:solidFill>
            <a:srgbClr val="E74C3C"/>
          </a:solidFill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357022" y="3198148"/>
            <a:ext cx="204839" cy="163871"/>
          </a:xfrm>
          <a:custGeom>
            <a:avLst/>
            <a:gdLst/>
            <a:ahLst/>
            <a:cxnLst/>
            <a:rect l="l" t="t" r="r" b="b"/>
            <a:pathLst>
              <a:path w="204839" h="163871">
                <a:moveTo>
                  <a:pt x="43528" y="40968"/>
                </a:moveTo>
                <a:cubicBezTo>
                  <a:pt x="43528" y="19770"/>
                  <a:pt x="60738" y="2560"/>
                  <a:pt x="81935" y="2560"/>
                </a:cubicBezTo>
                <a:cubicBezTo>
                  <a:pt x="103133" y="2560"/>
                  <a:pt x="120343" y="19770"/>
                  <a:pt x="120343" y="40968"/>
                </a:cubicBezTo>
                <a:cubicBezTo>
                  <a:pt x="120343" y="62165"/>
                  <a:pt x="103133" y="79375"/>
                  <a:pt x="81935" y="79375"/>
                </a:cubicBezTo>
                <a:cubicBezTo>
                  <a:pt x="60738" y="79375"/>
                  <a:pt x="43528" y="62165"/>
                  <a:pt x="43528" y="40968"/>
                </a:cubicBezTo>
                <a:close/>
                <a:moveTo>
                  <a:pt x="15363" y="154365"/>
                </a:moveTo>
                <a:cubicBezTo>
                  <a:pt x="15363" y="122839"/>
                  <a:pt x="40904" y="97298"/>
                  <a:pt x="72430" y="97298"/>
                </a:cubicBezTo>
                <a:lnTo>
                  <a:pt x="91441" y="97298"/>
                </a:lnTo>
                <a:cubicBezTo>
                  <a:pt x="122967" y="97298"/>
                  <a:pt x="148508" y="122839"/>
                  <a:pt x="148508" y="154365"/>
                </a:cubicBezTo>
                <a:cubicBezTo>
                  <a:pt x="148508" y="159614"/>
                  <a:pt x="144251" y="163871"/>
                  <a:pt x="139002" y="163871"/>
                </a:cubicBezTo>
                <a:lnTo>
                  <a:pt x="24869" y="163871"/>
                </a:lnTo>
                <a:cubicBezTo>
                  <a:pt x="19620" y="163871"/>
                  <a:pt x="15363" y="159614"/>
                  <a:pt x="15363" y="154365"/>
                </a:cubicBezTo>
                <a:close/>
                <a:moveTo>
                  <a:pt x="151069" y="53770"/>
                </a:moveTo>
                <a:lnTo>
                  <a:pt x="197157" y="53770"/>
                </a:lnTo>
                <a:cubicBezTo>
                  <a:pt x="201414" y="53770"/>
                  <a:pt x="204839" y="57195"/>
                  <a:pt x="204839" y="61452"/>
                </a:cubicBezTo>
                <a:cubicBezTo>
                  <a:pt x="204839" y="65708"/>
                  <a:pt x="201414" y="69133"/>
                  <a:pt x="197157" y="69133"/>
                </a:cubicBezTo>
                <a:lnTo>
                  <a:pt x="151069" y="69133"/>
                </a:lnTo>
                <a:cubicBezTo>
                  <a:pt x="146812" y="69133"/>
                  <a:pt x="143387" y="65708"/>
                  <a:pt x="143387" y="61452"/>
                </a:cubicBezTo>
                <a:cubicBezTo>
                  <a:pt x="143387" y="57195"/>
                  <a:pt x="146812" y="53770"/>
                  <a:pt x="151069" y="53770"/>
                </a:cubicBezTo>
                <a:close/>
              </a:path>
            </a:pathLst>
          </a:custGeom>
          <a:solidFill>
            <a:srgbClr val="E8ECEF"/>
          </a:solidFill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754410" y="3165374"/>
            <a:ext cx="1040581" cy="2294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Delete Student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262797" y="3575052"/>
            <a:ext cx="3531419" cy="4178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Removes student from all 4 data files with yes/no confirmation dialog to prevent accidental deletion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262797" y="4092370"/>
            <a:ext cx="3465871" cy="6555"/>
          </a:xfrm>
          <a:custGeom>
            <a:avLst/>
            <a:gdLst/>
            <a:ahLst/>
            <a:cxnLst/>
            <a:rect l="l" t="t" r="r" b="b"/>
            <a:pathLst>
              <a:path w="3465871" h="6555">
                <a:moveTo>
                  <a:pt x="0" y="0"/>
                </a:moveTo>
                <a:lnTo>
                  <a:pt x="3465871" y="0"/>
                </a:lnTo>
                <a:lnTo>
                  <a:pt x="3465871" y="6555"/>
                </a:lnTo>
                <a:lnTo>
                  <a:pt x="0" y="655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279184" y="4239853"/>
            <a:ext cx="114710" cy="114710"/>
          </a:xfrm>
          <a:custGeom>
            <a:avLst/>
            <a:gdLst/>
            <a:ahLst/>
            <a:cxnLst/>
            <a:rect l="l" t="t" r="r" b="b"/>
            <a:pathLst>
              <a:path w="114710" h="114710">
                <a:moveTo>
                  <a:pt x="57355" y="0"/>
                </a:moveTo>
                <a:cubicBezTo>
                  <a:pt x="60648" y="0"/>
                  <a:pt x="63673" y="1815"/>
                  <a:pt x="65241" y="4705"/>
                </a:cubicBezTo>
                <a:lnTo>
                  <a:pt x="113634" y="94322"/>
                </a:lnTo>
                <a:cubicBezTo>
                  <a:pt x="115135" y="97100"/>
                  <a:pt x="115068" y="100461"/>
                  <a:pt x="113455" y="103171"/>
                </a:cubicBezTo>
                <a:cubicBezTo>
                  <a:pt x="111842" y="105882"/>
                  <a:pt x="108907" y="107540"/>
                  <a:pt x="105748" y="107540"/>
                </a:cubicBezTo>
                <a:lnTo>
                  <a:pt x="8962" y="107540"/>
                </a:lnTo>
                <a:cubicBezTo>
                  <a:pt x="5803" y="107540"/>
                  <a:pt x="2890" y="105882"/>
                  <a:pt x="1255" y="103171"/>
                </a:cubicBezTo>
                <a:cubicBezTo>
                  <a:pt x="-381" y="100461"/>
                  <a:pt x="-426" y="97100"/>
                  <a:pt x="1075" y="94322"/>
                </a:cubicBezTo>
                <a:lnTo>
                  <a:pt x="49469" y="4705"/>
                </a:lnTo>
                <a:cubicBezTo>
                  <a:pt x="51037" y="1815"/>
                  <a:pt x="54061" y="0"/>
                  <a:pt x="57355" y="0"/>
                </a:cubicBezTo>
                <a:close/>
                <a:moveTo>
                  <a:pt x="57355" y="37639"/>
                </a:moveTo>
                <a:cubicBezTo>
                  <a:pt x="54375" y="37639"/>
                  <a:pt x="51978" y="40036"/>
                  <a:pt x="51978" y="43016"/>
                </a:cubicBezTo>
                <a:lnTo>
                  <a:pt x="51978" y="68109"/>
                </a:lnTo>
                <a:cubicBezTo>
                  <a:pt x="51978" y="71089"/>
                  <a:pt x="54375" y="73486"/>
                  <a:pt x="57355" y="73486"/>
                </a:cubicBezTo>
                <a:cubicBezTo>
                  <a:pt x="60335" y="73486"/>
                  <a:pt x="62732" y="71089"/>
                  <a:pt x="62732" y="68109"/>
                </a:cubicBezTo>
                <a:lnTo>
                  <a:pt x="62732" y="43016"/>
                </a:lnTo>
                <a:cubicBezTo>
                  <a:pt x="62732" y="40036"/>
                  <a:pt x="60335" y="37639"/>
                  <a:pt x="57355" y="37639"/>
                </a:cubicBezTo>
                <a:close/>
                <a:moveTo>
                  <a:pt x="63337" y="86032"/>
                </a:moveTo>
                <a:cubicBezTo>
                  <a:pt x="63473" y="83812"/>
                  <a:pt x="62366" y="81699"/>
                  <a:pt x="60462" y="80548"/>
                </a:cubicBezTo>
                <a:cubicBezTo>
                  <a:pt x="58559" y="79397"/>
                  <a:pt x="56173" y="79397"/>
                  <a:pt x="54270" y="80548"/>
                </a:cubicBezTo>
                <a:cubicBezTo>
                  <a:pt x="52367" y="81699"/>
                  <a:pt x="51259" y="83812"/>
                  <a:pt x="51395" y="86032"/>
                </a:cubicBezTo>
                <a:cubicBezTo>
                  <a:pt x="51259" y="88253"/>
                  <a:pt x="52367" y="90365"/>
                  <a:pt x="54270" y="91517"/>
                </a:cubicBezTo>
                <a:cubicBezTo>
                  <a:pt x="56173" y="92668"/>
                  <a:pt x="58559" y="92668"/>
                  <a:pt x="60462" y="91517"/>
                </a:cubicBezTo>
                <a:cubicBezTo>
                  <a:pt x="62366" y="90365"/>
                  <a:pt x="63473" y="88253"/>
                  <a:pt x="63337" y="86032"/>
                </a:cubicBezTo>
                <a:close/>
              </a:path>
            </a:pathLst>
          </a:custGeom>
          <a:solidFill>
            <a:srgbClr val="E74C3C"/>
          </a:solidFill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431425" y="4233300"/>
            <a:ext cx="966076" cy="1310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905" b="1" dirty="0">
                <a:solidFill>
                  <a:srgbClr val="E74C3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Confirmed Action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014315" y="2945786"/>
            <a:ext cx="3741174" cy="1586271"/>
          </a:xfrm>
          <a:custGeom>
            <a:avLst/>
            <a:gdLst/>
            <a:ahLst/>
            <a:cxnLst/>
            <a:rect l="l" t="t" r="r" b="b"/>
            <a:pathLst>
              <a:path w="3741174" h="1586271">
                <a:moveTo>
                  <a:pt x="65545" y="0"/>
                </a:moveTo>
                <a:lnTo>
                  <a:pt x="3675629" y="0"/>
                </a:lnTo>
                <a:cubicBezTo>
                  <a:pt x="3711829" y="0"/>
                  <a:pt x="3741174" y="29345"/>
                  <a:pt x="3741174" y="65545"/>
                </a:cubicBezTo>
                <a:lnTo>
                  <a:pt x="3741174" y="1520726"/>
                </a:lnTo>
                <a:cubicBezTo>
                  <a:pt x="3741174" y="1556926"/>
                  <a:pt x="3711829" y="1586271"/>
                  <a:pt x="3675629" y="1586271"/>
                </a:cubicBezTo>
                <a:lnTo>
                  <a:pt x="65545" y="1586271"/>
                </a:lnTo>
                <a:cubicBezTo>
                  <a:pt x="29345" y="1586271"/>
                  <a:pt x="0" y="1556926"/>
                  <a:pt x="0" y="1520726"/>
                </a:cubicBezTo>
                <a:lnTo>
                  <a:pt x="0" y="65545"/>
                </a:lnTo>
                <a:cubicBezTo>
                  <a:pt x="0" y="29370"/>
                  <a:pt x="29370" y="0"/>
                  <a:pt x="65545" y="0"/>
                </a:cubicBezTo>
                <a:close/>
              </a:path>
            </a:pathLst>
          </a:custGeom>
          <a:gradFill flip="none" rotWithShape="1">
            <a:gsLst>
              <a:gs pos="0">
                <a:srgbClr val="1D9E75">
                  <a:alpha val="20000"/>
                </a:srgbClr>
              </a:gs>
              <a:gs pos="100000">
                <a:srgbClr val="1D9E75">
                  <a:alpha val="5000"/>
                </a:srgbClr>
              </a:gs>
            </a:gsLst>
            <a:lin ang="2700000" scaled="1"/>
          </a:gradFill>
          <a:ln w="2032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8151967" y="3083439"/>
            <a:ext cx="393290" cy="393290"/>
          </a:xfrm>
          <a:custGeom>
            <a:avLst/>
            <a:gdLst/>
            <a:ahLst/>
            <a:cxnLst/>
            <a:rect l="l" t="t" r="r" b="b"/>
            <a:pathLst>
              <a:path w="393290" h="393290">
                <a:moveTo>
                  <a:pt x="65550" y="0"/>
                </a:moveTo>
                <a:lnTo>
                  <a:pt x="327741" y="0"/>
                </a:lnTo>
                <a:cubicBezTo>
                  <a:pt x="363918" y="0"/>
                  <a:pt x="393290" y="29372"/>
                  <a:pt x="393290" y="65550"/>
                </a:cubicBezTo>
                <a:lnTo>
                  <a:pt x="393290" y="327741"/>
                </a:lnTo>
                <a:cubicBezTo>
                  <a:pt x="393290" y="363943"/>
                  <a:pt x="363943" y="393290"/>
                  <a:pt x="327741" y="393290"/>
                </a:cubicBezTo>
                <a:lnTo>
                  <a:pt x="65550" y="393290"/>
                </a:lnTo>
                <a:cubicBezTo>
                  <a:pt x="29372" y="393290"/>
                  <a:pt x="0" y="363918"/>
                  <a:pt x="0" y="327741"/>
                </a:cubicBezTo>
                <a:lnTo>
                  <a:pt x="0" y="65550"/>
                </a:lnTo>
                <a:cubicBezTo>
                  <a:pt x="0" y="29372"/>
                  <a:pt x="29372" y="0"/>
                  <a:pt x="65550" y="0"/>
                </a:cubicBezTo>
                <a:close/>
              </a:path>
            </a:pathLst>
          </a:custGeom>
          <a:solidFill>
            <a:srgbClr val="1D9E75"/>
          </a:solidFill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8266676" y="3198148"/>
            <a:ext cx="163871" cy="163871"/>
          </a:xfrm>
          <a:custGeom>
            <a:avLst/>
            <a:gdLst/>
            <a:ahLst/>
            <a:cxnLst/>
            <a:rect l="l" t="t" r="r" b="b"/>
            <a:pathLst>
              <a:path w="163871" h="163871">
                <a:moveTo>
                  <a:pt x="10242" y="10242"/>
                </a:moveTo>
                <a:cubicBezTo>
                  <a:pt x="15907" y="10242"/>
                  <a:pt x="20484" y="14819"/>
                  <a:pt x="20484" y="20484"/>
                </a:cubicBezTo>
                <a:lnTo>
                  <a:pt x="20484" y="128024"/>
                </a:lnTo>
                <a:cubicBezTo>
                  <a:pt x="20484" y="130841"/>
                  <a:pt x="22788" y="133145"/>
                  <a:pt x="25605" y="133145"/>
                </a:cubicBezTo>
                <a:lnTo>
                  <a:pt x="153629" y="133145"/>
                </a:lnTo>
                <a:cubicBezTo>
                  <a:pt x="159294" y="133145"/>
                  <a:pt x="163871" y="137722"/>
                  <a:pt x="163871" y="143387"/>
                </a:cubicBezTo>
                <a:cubicBezTo>
                  <a:pt x="163871" y="149052"/>
                  <a:pt x="159294" y="153629"/>
                  <a:pt x="153629" y="153629"/>
                </a:cubicBezTo>
                <a:lnTo>
                  <a:pt x="25605" y="153629"/>
                </a:lnTo>
                <a:cubicBezTo>
                  <a:pt x="11458" y="153629"/>
                  <a:pt x="0" y="142171"/>
                  <a:pt x="0" y="128024"/>
                </a:cubicBezTo>
                <a:lnTo>
                  <a:pt x="0" y="20484"/>
                </a:lnTo>
                <a:cubicBezTo>
                  <a:pt x="0" y="14819"/>
                  <a:pt x="4577" y="10242"/>
                  <a:pt x="10242" y="10242"/>
                </a:cubicBezTo>
                <a:close/>
                <a:moveTo>
                  <a:pt x="40968" y="30726"/>
                </a:moveTo>
                <a:cubicBezTo>
                  <a:pt x="40968" y="25061"/>
                  <a:pt x="45545" y="20484"/>
                  <a:pt x="51210" y="20484"/>
                </a:cubicBezTo>
                <a:lnTo>
                  <a:pt x="112661" y="20484"/>
                </a:lnTo>
                <a:cubicBezTo>
                  <a:pt x="118326" y="20484"/>
                  <a:pt x="122903" y="25061"/>
                  <a:pt x="122903" y="30726"/>
                </a:cubicBezTo>
                <a:cubicBezTo>
                  <a:pt x="122903" y="36391"/>
                  <a:pt x="118326" y="40968"/>
                  <a:pt x="112661" y="40968"/>
                </a:cubicBezTo>
                <a:lnTo>
                  <a:pt x="51210" y="40968"/>
                </a:lnTo>
                <a:cubicBezTo>
                  <a:pt x="45545" y="40968"/>
                  <a:pt x="40968" y="36391"/>
                  <a:pt x="40968" y="30726"/>
                </a:cubicBezTo>
                <a:close/>
                <a:moveTo>
                  <a:pt x="51210" y="56331"/>
                </a:moveTo>
                <a:lnTo>
                  <a:pt x="92177" y="56331"/>
                </a:lnTo>
                <a:cubicBezTo>
                  <a:pt x="97842" y="56331"/>
                  <a:pt x="102419" y="60908"/>
                  <a:pt x="102419" y="66573"/>
                </a:cubicBezTo>
                <a:cubicBezTo>
                  <a:pt x="102419" y="72238"/>
                  <a:pt x="97842" y="76815"/>
                  <a:pt x="92177" y="76815"/>
                </a:cubicBezTo>
                <a:lnTo>
                  <a:pt x="51210" y="76815"/>
                </a:lnTo>
                <a:cubicBezTo>
                  <a:pt x="45545" y="76815"/>
                  <a:pt x="40968" y="72238"/>
                  <a:pt x="40968" y="66573"/>
                </a:cubicBezTo>
                <a:cubicBezTo>
                  <a:pt x="40968" y="60908"/>
                  <a:pt x="45545" y="56331"/>
                  <a:pt x="51210" y="56331"/>
                </a:cubicBezTo>
                <a:close/>
                <a:moveTo>
                  <a:pt x="51210" y="92177"/>
                </a:moveTo>
                <a:lnTo>
                  <a:pt x="133145" y="92177"/>
                </a:lnTo>
                <a:cubicBezTo>
                  <a:pt x="138810" y="92177"/>
                  <a:pt x="143387" y="96754"/>
                  <a:pt x="143387" y="102419"/>
                </a:cubicBezTo>
                <a:cubicBezTo>
                  <a:pt x="143387" y="108084"/>
                  <a:pt x="138810" y="112661"/>
                  <a:pt x="133145" y="112661"/>
                </a:cubicBezTo>
                <a:lnTo>
                  <a:pt x="51210" y="112661"/>
                </a:lnTo>
                <a:cubicBezTo>
                  <a:pt x="45545" y="112661"/>
                  <a:pt x="40968" y="108084"/>
                  <a:pt x="40968" y="102419"/>
                </a:cubicBezTo>
                <a:cubicBezTo>
                  <a:pt x="40968" y="96754"/>
                  <a:pt x="45545" y="92177"/>
                  <a:pt x="51210" y="92177"/>
                </a:cubicBezTo>
                <a:close/>
              </a:path>
            </a:pathLst>
          </a:custGeom>
          <a:solidFill>
            <a:srgbClr val="E8ECEF"/>
          </a:solidFill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643580" y="3165374"/>
            <a:ext cx="1417484" cy="2294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Analytics Dashboard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151967" y="3575052"/>
            <a:ext cx="3531419" cy="4178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Advanced data insights with grade trends, ECA impact analysis, and performance alerts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151967" y="4092370"/>
            <a:ext cx="3465871" cy="6555"/>
          </a:xfrm>
          <a:custGeom>
            <a:avLst/>
            <a:gdLst/>
            <a:ahLst/>
            <a:cxnLst/>
            <a:rect l="l" t="t" r="r" b="b"/>
            <a:pathLst>
              <a:path w="3465871" h="6555">
                <a:moveTo>
                  <a:pt x="0" y="0"/>
                </a:moveTo>
                <a:lnTo>
                  <a:pt x="3465871" y="0"/>
                </a:lnTo>
                <a:lnTo>
                  <a:pt x="3465871" y="6555"/>
                </a:lnTo>
                <a:lnTo>
                  <a:pt x="0" y="655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8161184" y="4239853"/>
            <a:ext cx="129048" cy="114710"/>
          </a:xfrm>
          <a:custGeom>
            <a:avLst/>
            <a:gdLst/>
            <a:ahLst/>
            <a:cxnLst/>
            <a:rect l="l" t="t" r="r" b="b"/>
            <a:pathLst>
              <a:path w="129048" h="114710">
                <a:moveTo>
                  <a:pt x="69341" y="-4234"/>
                </a:moveTo>
                <a:cubicBezTo>
                  <a:pt x="68423" y="-6027"/>
                  <a:pt x="66563" y="-7169"/>
                  <a:pt x="64547" y="-7169"/>
                </a:cubicBezTo>
                <a:cubicBezTo>
                  <a:pt x="62530" y="-7169"/>
                  <a:pt x="60671" y="-6027"/>
                  <a:pt x="59752" y="-4234"/>
                </a:cubicBezTo>
                <a:lnTo>
                  <a:pt x="43263" y="28073"/>
                </a:lnTo>
                <a:lnTo>
                  <a:pt x="7438" y="33763"/>
                </a:lnTo>
                <a:cubicBezTo>
                  <a:pt x="5444" y="34077"/>
                  <a:pt x="3786" y="35488"/>
                  <a:pt x="3159" y="37415"/>
                </a:cubicBezTo>
                <a:cubicBezTo>
                  <a:pt x="2532" y="39342"/>
                  <a:pt x="3047" y="41448"/>
                  <a:pt x="4458" y="42882"/>
                </a:cubicBezTo>
                <a:lnTo>
                  <a:pt x="30089" y="68535"/>
                </a:lnTo>
                <a:lnTo>
                  <a:pt x="24443" y="104359"/>
                </a:lnTo>
                <a:cubicBezTo>
                  <a:pt x="24129" y="106353"/>
                  <a:pt x="24958" y="108369"/>
                  <a:pt x="26594" y="109557"/>
                </a:cubicBezTo>
                <a:cubicBezTo>
                  <a:pt x="28229" y="110744"/>
                  <a:pt x="30380" y="110923"/>
                  <a:pt x="32195" y="110005"/>
                </a:cubicBezTo>
                <a:lnTo>
                  <a:pt x="64547" y="93560"/>
                </a:lnTo>
                <a:lnTo>
                  <a:pt x="96876" y="110005"/>
                </a:lnTo>
                <a:cubicBezTo>
                  <a:pt x="98668" y="110923"/>
                  <a:pt x="100841" y="110744"/>
                  <a:pt x="102477" y="109557"/>
                </a:cubicBezTo>
                <a:cubicBezTo>
                  <a:pt x="104112" y="108369"/>
                  <a:pt x="104941" y="106375"/>
                  <a:pt x="104628" y="104359"/>
                </a:cubicBezTo>
                <a:lnTo>
                  <a:pt x="98960" y="68535"/>
                </a:lnTo>
                <a:lnTo>
                  <a:pt x="124590" y="42882"/>
                </a:lnTo>
                <a:cubicBezTo>
                  <a:pt x="126024" y="41448"/>
                  <a:pt x="126517" y="39342"/>
                  <a:pt x="125889" y="37415"/>
                </a:cubicBezTo>
                <a:cubicBezTo>
                  <a:pt x="125262" y="35488"/>
                  <a:pt x="123627" y="34077"/>
                  <a:pt x="121610" y="33763"/>
                </a:cubicBezTo>
                <a:lnTo>
                  <a:pt x="85808" y="28073"/>
                </a:lnTo>
                <a:lnTo>
                  <a:pt x="69341" y="-4234"/>
                </a:lnTo>
                <a:close/>
              </a:path>
            </a:pathLst>
          </a:custGeom>
          <a:solidFill>
            <a:srgbClr val="1D9E75"/>
          </a:solidFill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320595" y="4233300"/>
            <a:ext cx="795138" cy="1310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905" b="1" dirty="0">
                <a:solidFill>
                  <a:srgbClr val="1D9E75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Bonus Feature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235975" y="4672473"/>
            <a:ext cx="3741174" cy="1586271"/>
          </a:xfrm>
          <a:custGeom>
            <a:avLst/>
            <a:gdLst/>
            <a:ahLst/>
            <a:cxnLst/>
            <a:rect l="l" t="t" r="r" b="b"/>
            <a:pathLst>
              <a:path w="3741174" h="1586271">
                <a:moveTo>
                  <a:pt x="65545" y="0"/>
                </a:moveTo>
                <a:lnTo>
                  <a:pt x="3675629" y="0"/>
                </a:lnTo>
                <a:cubicBezTo>
                  <a:pt x="3711829" y="0"/>
                  <a:pt x="3741174" y="29345"/>
                  <a:pt x="3741174" y="65545"/>
                </a:cubicBezTo>
                <a:lnTo>
                  <a:pt x="3741174" y="1520726"/>
                </a:lnTo>
                <a:cubicBezTo>
                  <a:pt x="3741174" y="1556926"/>
                  <a:pt x="3711829" y="1586271"/>
                  <a:pt x="3675629" y="1586271"/>
                </a:cubicBezTo>
                <a:lnTo>
                  <a:pt x="65545" y="1586271"/>
                </a:lnTo>
                <a:cubicBezTo>
                  <a:pt x="29345" y="1586271"/>
                  <a:pt x="0" y="1556926"/>
                  <a:pt x="0" y="1520726"/>
                </a:cubicBezTo>
                <a:lnTo>
                  <a:pt x="0" y="65545"/>
                </a:lnTo>
                <a:cubicBezTo>
                  <a:pt x="0" y="29370"/>
                  <a:pt x="29370" y="0"/>
                  <a:pt x="6554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20320">
            <a:solidFill>
              <a:srgbClr val="4A6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373626" y="4810125"/>
            <a:ext cx="393290" cy="393290"/>
          </a:xfrm>
          <a:custGeom>
            <a:avLst/>
            <a:gdLst/>
            <a:ahLst/>
            <a:cxnLst/>
            <a:rect l="l" t="t" r="r" b="b"/>
            <a:pathLst>
              <a:path w="393290" h="393290">
                <a:moveTo>
                  <a:pt x="65550" y="0"/>
                </a:moveTo>
                <a:lnTo>
                  <a:pt x="327741" y="0"/>
                </a:lnTo>
                <a:cubicBezTo>
                  <a:pt x="363918" y="0"/>
                  <a:pt x="393290" y="29372"/>
                  <a:pt x="393290" y="65550"/>
                </a:cubicBezTo>
                <a:lnTo>
                  <a:pt x="393290" y="327741"/>
                </a:lnTo>
                <a:cubicBezTo>
                  <a:pt x="393290" y="363943"/>
                  <a:pt x="363943" y="393290"/>
                  <a:pt x="327741" y="393290"/>
                </a:cubicBezTo>
                <a:lnTo>
                  <a:pt x="65550" y="393290"/>
                </a:lnTo>
                <a:cubicBezTo>
                  <a:pt x="29372" y="393290"/>
                  <a:pt x="0" y="363918"/>
                  <a:pt x="0" y="327741"/>
                </a:cubicBezTo>
                <a:lnTo>
                  <a:pt x="0" y="65550"/>
                </a:lnTo>
                <a:cubicBezTo>
                  <a:pt x="0" y="29372"/>
                  <a:pt x="29372" y="0"/>
                  <a:pt x="65550" y="0"/>
                </a:cubicBez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67852" y="4924835"/>
            <a:ext cx="204839" cy="163871"/>
          </a:xfrm>
          <a:custGeom>
            <a:avLst/>
            <a:gdLst/>
            <a:ahLst/>
            <a:cxnLst/>
            <a:rect l="l" t="t" r="r" b="b"/>
            <a:pathLst>
              <a:path w="204839" h="163871">
                <a:moveTo>
                  <a:pt x="82096" y="2560"/>
                </a:moveTo>
                <a:cubicBezTo>
                  <a:pt x="103293" y="2560"/>
                  <a:pt x="120503" y="19770"/>
                  <a:pt x="120503" y="40968"/>
                </a:cubicBezTo>
                <a:cubicBezTo>
                  <a:pt x="120503" y="62165"/>
                  <a:pt x="103293" y="79375"/>
                  <a:pt x="82096" y="79375"/>
                </a:cubicBezTo>
                <a:cubicBezTo>
                  <a:pt x="60898" y="79375"/>
                  <a:pt x="43688" y="62165"/>
                  <a:pt x="43688" y="40968"/>
                </a:cubicBezTo>
                <a:cubicBezTo>
                  <a:pt x="43688" y="19770"/>
                  <a:pt x="60898" y="2560"/>
                  <a:pt x="82096" y="2560"/>
                </a:cubicBezTo>
                <a:close/>
                <a:moveTo>
                  <a:pt x="72558" y="97298"/>
                </a:moveTo>
                <a:lnTo>
                  <a:pt x="91569" y="97298"/>
                </a:lnTo>
                <a:lnTo>
                  <a:pt x="92049" y="97298"/>
                </a:lnTo>
                <a:cubicBezTo>
                  <a:pt x="87921" y="105876"/>
                  <a:pt x="89553" y="115926"/>
                  <a:pt x="95730" y="122743"/>
                </a:cubicBezTo>
                <a:cubicBezTo>
                  <a:pt x="89265" y="129881"/>
                  <a:pt x="87793" y="140603"/>
                  <a:pt x="92722" y="149436"/>
                </a:cubicBezTo>
                <a:lnTo>
                  <a:pt x="99923" y="162367"/>
                </a:lnTo>
                <a:cubicBezTo>
                  <a:pt x="100211" y="162879"/>
                  <a:pt x="100531" y="163391"/>
                  <a:pt x="100851" y="163871"/>
                </a:cubicBezTo>
                <a:lnTo>
                  <a:pt x="24997" y="163871"/>
                </a:lnTo>
                <a:cubicBezTo>
                  <a:pt x="19748" y="163871"/>
                  <a:pt x="15491" y="159614"/>
                  <a:pt x="15491" y="154365"/>
                </a:cubicBezTo>
                <a:cubicBezTo>
                  <a:pt x="15491" y="122839"/>
                  <a:pt x="41032" y="97298"/>
                  <a:pt x="72558" y="97298"/>
                </a:cubicBezTo>
                <a:close/>
                <a:moveTo>
                  <a:pt x="138458" y="79247"/>
                </a:moveTo>
                <a:cubicBezTo>
                  <a:pt x="138458" y="74990"/>
                  <a:pt x="141883" y="71566"/>
                  <a:pt x="146140" y="71566"/>
                </a:cubicBezTo>
                <a:lnTo>
                  <a:pt x="161503" y="71566"/>
                </a:lnTo>
                <a:cubicBezTo>
                  <a:pt x="165759" y="71566"/>
                  <a:pt x="169184" y="74990"/>
                  <a:pt x="169184" y="79247"/>
                </a:cubicBezTo>
                <a:lnTo>
                  <a:pt x="169184" y="81199"/>
                </a:lnTo>
                <a:cubicBezTo>
                  <a:pt x="169184" y="87248"/>
                  <a:pt x="176897" y="91697"/>
                  <a:pt x="182146" y="88689"/>
                </a:cubicBezTo>
                <a:lnTo>
                  <a:pt x="183747" y="87761"/>
                </a:lnTo>
                <a:cubicBezTo>
                  <a:pt x="187459" y="85616"/>
                  <a:pt x="192228" y="86928"/>
                  <a:pt x="194309" y="90673"/>
                </a:cubicBezTo>
                <a:lnTo>
                  <a:pt x="201478" y="103540"/>
                </a:lnTo>
                <a:cubicBezTo>
                  <a:pt x="203462" y="107124"/>
                  <a:pt x="202310" y="111605"/>
                  <a:pt x="198854" y="113782"/>
                </a:cubicBezTo>
                <a:lnTo>
                  <a:pt x="197349" y="114710"/>
                </a:lnTo>
                <a:cubicBezTo>
                  <a:pt x="192164" y="117942"/>
                  <a:pt x="192164" y="127480"/>
                  <a:pt x="197349" y="130745"/>
                </a:cubicBezTo>
                <a:lnTo>
                  <a:pt x="198822" y="131673"/>
                </a:lnTo>
                <a:cubicBezTo>
                  <a:pt x="202278" y="133849"/>
                  <a:pt x="203462" y="138330"/>
                  <a:pt x="201478" y="141915"/>
                </a:cubicBezTo>
                <a:lnTo>
                  <a:pt x="194277" y="154845"/>
                </a:lnTo>
                <a:cubicBezTo>
                  <a:pt x="192196" y="158590"/>
                  <a:pt x="187427" y="159934"/>
                  <a:pt x="183715" y="157758"/>
                </a:cubicBezTo>
                <a:lnTo>
                  <a:pt x="182146" y="156830"/>
                </a:lnTo>
                <a:cubicBezTo>
                  <a:pt x="176897" y="153789"/>
                  <a:pt x="169184" y="158270"/>
                  <a:pt x="169184" y="164319"/>
                </a:cubicBezTo>
                <a:lnTo>
                  <a:pt x="169184" y="166271"/>
                </a:lnTo>
                <a:cubicBezTo>
                  <a:pt x="169184" y="170528"/>
                  <a:pt x="165759" y="173953"/>
                  <a:pt x="161503" y="173953"/>
                </a:cubicBezTo>
                <a:lnTo>
                  <a:pt x="146140" y="173953"/>
                </a:lnTo>
                <a:cubicBezTo>
                  <a:pt x="141883" y="173953"/>
                  <a:pt x="138458" y="170528"/>
                  <a:pt x="138458" y="166271"/>
                </a:cubicBezTo>
                <a:lnTo>
                  <a:pt x="138458" y="164383"/>
                </a:lnTo>
                <a:cubicBezTo>
                  <a:pt x="138458" y="158302"/>
                  <a:pt x="130713" y="153821"/>
                  <a:pt x="125432" y="156862"/>
                </a:cubicBezTo>
                <a:lnTo>
                  <a:pt x="123895" y="157758"/>
                </a:lnTo>
                <a:cubicBezTo>
                  <a:pt x="120183" y="159902"/>
                  <a:pt x="115446" y="158590"/>
                  <a:pt x="113333" y="154845"/>
                </a:cubicBezTo>
                <a:lnTo>
                  <a:pt x="106100" y="141915"/>
                </a:lnTo>
                <a:cubicBezTo>
                  <a:pt x="104116" y="138330"/>
                  <a:pt x="105268" y="133817"/>
                  <a:pt x="108757" y="131641"/>
                </a:cubicBezTo>
                <a:lnTo>
                  <a:pt x="110165" y="130777"/>
                </a:lnTo>
                <a:cubicBezTo>
                  <a:pt x="115382" y="127544"/>
                  <a:pt x="115382" y="117942"/>
                  <a:pt x="110165" y="114710"/>
                </a:cubicBezTo>
                <a:lnTo>
                  <a:pt x="108725" y="113814"/>
                </a:lnTo>
                <a:cubicBezTo>
                  <a:pt x="105236" y="111637"/>
                  <a:pt x="104084" y="107124"/>
                  <a:pt x="106068" y="103540"/>
                </a:cubicBezTo>
                <a:lnTo>
                  <a:pt x="113269" y="90641"/>
                </a:lnTo>
                <a:cubicBezTo>
                  <a:pt x="115350" y="86896"/>
                  <a:pt x="120119" y="85584"/>
                  <a:pt x="123799" y="87729"/>
                </a:cubicBezTo>
                <a:lnTo>
                  <a:pt x="125336" y="88625"/>
                </a:lnTo>
                <a:cubicBezTo>
                  <a:pt x="130617" y="91665"/>
                  <a:pt x="138362" y="87184"/>
                  <a:pt x="138362" y="81103"/>
                </a:cubicBezTo>
                <a:lnTo>
                  <a:pt x="138362" y="79215"/>
                </a:lnTo>
                <a:close/>
                <a:moveTo>
                  <a:pt x="170432" y="122839"/>
                </a:moveTo>
                <a:cubicBezTo>
                  <a:pt x="170432" y="113654"/>
                  <a:pt x="162975" y="106196"/>
                  <a:pt x="153789" y="106196"/>
                </a:cubicBezTo>
                <a:cubicBezTo>
                  <a:pt x="144603" y="106196"/>
                  <a:pt x="137146" y="113654"/>
                  <a:pt x="137146" y="122839"/>
                </a:cubicBezTo>
                <a:cubicBezTo>
                  <a:pt x="137146" y="132025"/>
                  <a:pt x="144603" y="139482"/>
                  <a:pt x="153789" y="139482"/>
                </a:cubicBezTo>
                <a:cubicBezTo>
                  <a:pt x="162975" y="139482"/>
                  <a:pt x="170432" y="132025"/>
                  <a:pt x="170432" y="122839"/>
                </a:cubicBezTo>
                <a:close/>
              </a:path>
            </a:pathLst>
          </a:custGeom>
          <a:solidFill>
            <a:srgbClr val="E8ECEF"/>
          </a:solidFill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865239" y="4892060"/>
            <a:ext cx="1335548" cy="2294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Update Own Profile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373626" y="5301738"/>
            <a:ext cx="3531419" cy="4178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Change admin display name and personal information with immediate persistence to users.txt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373626" y="5819060"/>
            <a:ext cx="3465871" cy="6555"/>
          </a:xfrm>
          <a:custGeom>
            <a:avLst/>
            <a:gdLst/>
            <a:ahLst/>
            <a:cxnLst/>
            <a:rect l="l" t="t" r="r" b="b"/>
            <a:pathLst>
              <a:path w="3465871" h="6555">
                <a:moveTo>
                  <a:pt x="0" y="0"/>
                </a:moveTo>
                <a:lnTo>
                  <a:pt x="3465871" y="0"/>
                </a:lnTo>
                <a:lnTo>
                  <a:pt x="3465871" y="6555"/>
                </a:lnTo>
                <a:lnTo>
                  <a:pt x="0" y="655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382844" y="5966544"/>
            <a:ext cx="129048" cy="114710"/>
          </a:xfrm>
          <a:custGeom>
            <a:avLst/>
            <a:gdLst/>
            <a:ahLst/>
            <a:cxnLst/>
            <a:rect l="l" t="t" r="r" b="b"/>
            <a:pathLst>
              <a:path w="129048" h="114710">
                <a:moveTo>
                  <a:pt x="0" y="21508"/>
                </a:moveTo>
                <a:cubicBezTo>
                  <a:pt x="0" y="13599"/>
                  <a:pt x="6430" y="7169"/>
                  <a:pt x="14339" y="7169"/>
                </a:cubicBezTo>
                <a:lnTo>
                  <a:pt x="114710" y="7169"/>
                </a:lnTo>
                <a:cubicBezTo>
                  <a:pt x="122618" y="7169"/>
                  <a:pt x="129048" y="13599"/>
                  <a:pt x="129048" y="21508"/>
                </a:cubicBezTo>
                <a:lnTo>
                  <a:pt x="0" y="21508"/>
                </a:lnTo>
                <a:close/>
                <a:moveTo>
                  <a:pt x="0" y="32262"/>
                </a:moveTo>
                <a:lnTo>
                  <a:pt x="129048" y="32262"/>
                </a:lnTo>
                <a:lnTo>
                  <a:pt x="129048" y="93202"/>
                </a:lnTo>
                <a:cubicBezTo>
                  <a:pt x="129048" y="101110"/>
                  <a:pt x="122618" y="107540"/>
                  <a:pt x="114710" y="107540"/>
                </a:cubicBezTo>
                <a:lnTo>
                  <a:pt x="14339" y="107540"/>
                </a:lnTo>
                <a:cubicBezTo>
                  <a:pt x="6430" y="107540"/>
                  <a:pt x="0" y="101110"/>
                  <a:pt x="0" y="93202"/>
                </a:cubicBezTo>
                <a:lnTo>
                  <a:pt x="0" y="32262"/>
                </a:lnTo>
                <a:close/>
                <a:moveTo>
                  <a:pt x="55406" y="93202"/>
                </a:moveTo>
                <a:cubicBezTo>
                  <a:pt x="59931" y="93202"/>
                  <a:pt x="63314" y="88855"/>
                  <a:pt x="60424" y="85360"/>
                </a:cubicBezTo>
                <a:cubicBezTo>
                  <a:pt x="57131" y="81395"/>
                  <a:pt x="52157" y="78863"/>
                  <a:pt x="46601" y="78863"/>
                </a:cubicBezTo>
                <a:lnTo>
                  <a:pt x="32262" y="78863"/>
                </a:lnTo>
                <a:cubicBezTo>
                  <a:pt x="26706" y="78863"/>
                  <a:pt x="21732" y="81395"/>
                  <a:pt x="18439" y="85360"/>
                </a:cubicBezTo>
                <a:cubicBezTo>
                  <a:pt x="15549" y="88855"/>
                  <a:pt x="18932" y="93202"/>
                  <a:pt x="23457" y="93202"/>
                </a:cubicBezTo>
                <a:lnTo>
                  <a:pt x="55383" y="93202"/>
                </a:lnTo>
                <a:close/>
                <a:moveTo>
                  <a:pt x="39431" y="69901"/>
                </a:moveTo>
                <a:cubicBezTo>
                  <a:pt x="46356" y="69901"/>
                  <a:pt x="51978" y="64279"/>
                  <a:pt x="51978" y="57355"/>
                </a:cubicBezTo>
                <a:cubicBezTo>
                  <a:pt x="51978" y="50430"/>
                  <a:pt x="46356" y="44808"/>
                  <a:pt x="39431" y="44808"/>
                </a:cubicBezTo>
                <a:cubicBezTo>
                  <a:pt x="32507" y="44808"/>
                  <a:pt x="26885" y="50430"/>
                  <a:pt x="26885" y="57355"/>
                </a:cubicBezTo>
                <a:cubicBezTo>
                  <a:pt x="26885" y="64279"/>
                  <a:pt x="32507" y="69901"/>
                  <a:pt x="39431" y="69901"/>
                </a:cubicBezTo>
                <a:close/>
                <a:moveTo>
                  <a:pt x="80655" y="46601"/>
                </a:moveTo>
                <a:cubicBezTo>
                  <a:pt x="77675" y="46601"/>
                  <a:pt x="75278" y="48998"/>
                  <a:pt x="75278" y="51978"/>
                </a:cubicBezTo>
                <a:cubicBezTo>
                  <a:pt x="75278" y="54958"/>
                  <a:pt x="77675" y="57355"/>
                  <a:pt x="80655" y="57355"/>
                </a:cubicBezTo>
                <a:lnTo>
                  <a:pt x="105748" y="57355"/>
                </a:lnTo>
                <a:cubicBezTo>
                  <a:pt x="108728" y="57355"/>
                  <a:pt x="111125" y="54958"/>
                  <a:pt x="111125" y="51978"/>
                </a:cubicBezTo>
                <a:cubicBezTo>
                  <a:pt x="111125" y="48998"/>
                  <a:pt x="108728" y="46601"/>
                  <a:pt x="105748" y="46601"/>
                </a:cubicBezTo>
                <a:lnTo>
                  <a:pt x="80655" y="46601"/>
                </a:lnTo>
                <a:close/>
                <a:moveTo>
                  <a:pt x="80655" y="68109"/>
                </a:moveTo>
                <a:cubicBezTo>
                  <a:pt x="77675" y="68109"/>
                  <a:pt x="75278" y="70506"/>
                  <a:pt x="75278" y="73486"/>
                </a:cubicBezTo>
                <a:cubicBezTo>
                  <a:pt x="75278" y="76466"/>
                  <a:pt x="77675" y="78863"/>
                  <a:pt x="80655" y="78863"/>
                </a:cubicBezTo>
                <a:lnTo>
                  <a:pt x="105748" y="78863"/>
                </a:lnTo>
                <a:cubicBezTo>
                  <a:pt x="108728" y="78863"/>
                  <a:pt x="111125" y="76466"/>
                  <a:pt x="111125" y="73486"/>
                </a:cubicBezTo>
                <a:cubicBezTo>
                  <a:pt x="111125" y="70506"/>
                  <a:pt x="108728" y="68109"/>
                  <a:pt x="105748" y="68109"/>
                </a:cubicBezTo>
                <a:lnTo>
                  <a:pt x="80655" y="68109"/>
                </a:ln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42255" y="5959986"/>
            <a:ext cx="698556" cy="1310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905" b="1" dirty="0">
                <a:solidFill>
                  <a:srgbClr val="4A6C8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Self-Service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121868" y="4669195"/>
            <a:ext cx="7642942" cy="1587910"/>
          </a:xfrm>
          <a:custGeom>
            <a:avLst/>
            <a:gdLst/>
            <a:ahLst/>
            <a:cxnLst/>
            <a:rect l="l" t="t" r="r" b="b"/>
            <a:pathLst>
              <a:path w="7642942" h="1587910">
                <a:moveTo>
                  <a:pt x="65549" y="0"/>
                </a:moveTo>
                <a:lnTo>
                  <a:pt x="7577393" y="0"/>
                </a:lnTo>
                <a:cubicBezTo>
                  <a:pt x="7613595" y="0"/>
                  <a:pt x="7642942" y="29347"/>
                  <a:pt x="7642942" y="65549"/>
                </a:cubicBezTo>
                <a:lnTo>
                  <a:pt x="7642942" y="1522361"/>
                </a:lnTo>
                <a:cubicBezTo>
                  <a:pt x="7642942" y="1558562"/>
                  <a:pt x="7613595" y="1587910"/>
                  <a:pt x="7577393" y="1587910"/>
                </a:cubicBezTo>
                <a:lnTo>
                  <a:pt x="65549" y="1587910"/>
                </a:lnTo>
                <a:cubicBezTo>
                  <a:pt x="29371" y="1587910"/>
                  <a:pt x="0" y="1558538"/>
                  <a:pt x="0" y="1522361"/>
                </a:cubicBezTo>
                <a:lnTo>
                  <a:pt x="0" y="65549"/>
                </a:lnTo>
                <a:cubicBezTo>
                  <a:pt x="0" y="29371"/>
                  <a:pt x="29371" y="0"/>
                  <a:pt x="65549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4E">
                  <a:alpha val="10000"/>
                </a:srgbClr>
              </a:gs>
              <a:gs pos="100000">
                <a:srgbClr val="4A6C8C">
                  <a:alpha val="10000"/>
                </a:srgbClr>
              </a:gs>
            </a:gsLst>
            <a:lin ang="0" scaled="1"/>
          </a:gradFill>
          <a:ln w="10160">
            <a:solidFill>
              <a:srgbClr val="D4A24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4289016" y="5340761"/>
            <a:ext cx="245806" cy="245806"/>
          </a:xfrm>
          <a:custGeom>
            <a:avLst/>
            <a:gdLst/>
            <a:ahLst/>
            <a:cxnLst/>
            <a:rect l="l" t="t" r="r" b="b"/>
            <a:pathLst>
              <a:path w="245806" h="245806">
                <a:moveTo>
                  <a:pt x="122903" y="245806"/>
                </a:moveTo>
                <a:cubicBezTo>
                  <a:pt x="190735" y="245806"/>
                  <a:pt x="245806" y="190735"/>
                  <a:pt x="245806" y="122903"/>
                </a:cubicBezTo>
                <a:cubicBezTo>
                  <a:pt x="245806" y="55071"/>
                  <a:pt x="190735" y="0"/>
                  <a:pt x="122903" y="0"/>
                </a:cubicBezTo>
                <a:cubicBezTo>
                  <a:pt x="55071" y="0"/>
                  <a:pt x="0" y="55071"/>
                  <a:pt x="0" y="122903"/>
                </a:cubicBezTo>
                <a:cubicBezTo>
                  <a:pt x="0" y="190735"/>
                  <a:pt x="55071" y="245806"/>
                  <a:pt x="122903" y="245806"/>
                </a:cubicBezTo>
                <a:close/>
                <a:moveTo>
                  <a:pt x="107540" y="76815"/>
                </a:moveTo>
                <a:cubicBezTo>
                  <a:pt x="107540" y="68335"/>
                  <a:pt x="114424" y="61452"/>
                  <a:pt x="122903" y="61452"/>
                </a:cubicBezTo>
                <a:cubicBezTo>
                  <a:pt x="131382" y="61452"/>
                  <a:pt x="138266" y="68335"/>
                  <a:pt x="138266" y="76815"/>
                </a:cubicBezTo>
                <a:cubicBezTo>
                  <a:pt x="138266" y="85294"/>
                  <a:pt x="131382" y="92177"/>
                  <a:pt x="122903" y="92177"/>
                </a:cubicBezTo>
                <a:cubicBezTo>
                  <a:pt x="114424" y="92177"/>
                  <a:pt x="107540" y="85294"/>
                  <a:pt x="107540" y="76815"/>
                </a:cubicBezTo>
                <a:close/>
                <a:moveTo>
                  <a:pt x="103700" y="107540"/>
                </a:moveTo>
                <a:lnTo>
                  <a:pt x="126744" y="107540"/>
                </a:lnTo>
                <a:cubicBezTo>
                  <a:pt x="133129" y="107540"/>
                  <a:pt x="138266" y="112677"/>
                  <a:pt x="138266" y="119063"/>
                </a:cubicBezTo>
                <a:lnTo>
                  <a:pt x="138266" y="161310"/>
                </a:lnTo>
                <a:lnTo>
                  <a:pt x="142107" y="161310"/>
                </a:lnTo>
                <a:cubicBezTo>
                  <a:pt x="148492" y="161310"/>
                  <a:pt x="153629" y="166447"/>
                  <a:pt x="153629" y="172833"/>
                </a:cubicBezTo>
                <a:cubicBezTo>
                  <a:pt x="153629" y="179218"/>
                  <a:pt x="148492" y="184355"/>
                  <a:pt x="142107" y="184355"/>
                </a:cubicBezTo>
                <a:lnTo>
                  <a:pt x="103700" y="184355"/>
                </a:lnTo>
                <a:cubicBezTo>
                  <a:pt x="97314" y="184355"/>
                  <a:pt x="92177" y="179218"/>
                  <a:pt x="92177" y="172833"/>
                </a:cubicBezTo>
                <a:cubicBezTo>
                  <a:pt x="92177" y="166447"/>
                  <a:pt x="97314" y="161310"/>
                  <a:pt x="103700" y="161310"/>
                </a:cubicBezTo>
                <a:lnTo>
                  <a:pt x="115222" y="161310"/>
                </a:lnTo>
                <a:lnTo>
                  <a:pt x="115222" y="130585"/>
                </a:lnTo>
                <a:lnTo>
                  <a:pt x="103700" y="130585"/>
                </a:lnTo>
                <a:cubicBezTo>
                  <a:pt x="97314" y="130585"/>
                  <a:pt x="92177" y="125448"/>
                  <a:pt x="92177" y="119063"/>
                </a:cubicBezTo>
                <a:cubicBezTo>
                  <a:pt x="92177" y="112677"/>
                  <a:pt x="97314" y="107540"/>
                  <a:pt x="103700" y="107540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694597" y="5234245"/>
            <a:ext cx="6554839" cy="2294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Complete CRUD Operations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4694597" y="5496439"/>
            <a:ext cx="6546645" cy="196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All admin features implement full Create, Read, Update, Delete functionality with data validation and error handling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229420" y="6264789"/>
            <a:ext cx="11536516" cy="6555"/>
          </a:xfrm>
          <a:custGeom>
            <a:avLst/>
            <a:gdLst/>
            <a:ahLst/>
            <a:cxnLst/>
            <a:rect l="l" t="t" r="r" b="b"/>
            <a:pathLst>
              <a:path w="11536516" h="6555">
                <a:moveTo>
                  <a:pt x="0" y="0"/>
                </a:moveTo>
                <a:lnTo>
                  <a:pt x="11536516" y="0"/>
                </a:lnTo>
                <a:lnTo>
                  <a:pt x="11536516" y="6555"/>
                </a:lnTo>
                <a:lnTo>
                  <a:pt x="0" y="655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241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312421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4E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03 - Core Features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66700" y="617221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Student Self-Service Portal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66700" y="1188721"/>
            <a:ext cx="1066800" cy="38100"/>
          </a:xfrm>
          <a:custGeom>
            <a:avLst/>
            <a:gdLst/>
            <a:ahLst/>
            <a:cxnLst/>
            <a:rect l="l" t="t" r="r" b="b"/>
            <a:pathLst>
              <a:path w="1066800" h="38100">
                <a:moveTo>
                  <a:pt x="0" y="0"/>
                </a:moveTo>
                <a:lnTo>
                  <a:pt x="1066800" y="0"/>
                </a:lnTo>
                <a:lnTo>
                  <a:pt x="1066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0510" y="1344931"/>
            <a:ext cx="5589270" cy="4884420"/>
          </a:xfrm>
          <a:custGeom>
            <a:avLst/>
            <a:gdLst/>
            <a:ahLst/>
            <a:cxnLst/>
            <a:rect l="l" t="t" r="r" b="b"/>
            <a:pathLst>
              <a:path w="5589270" h="4884420">
                <a:moveTo>
                  <a:pt x="76197" y="0"/>
                </a:moveTo>
                <a:lnTo>
                  <a:pt x="5513073" y="0"/>
                </a:lnTo>
                <a:cubicBezTo>
                  <a:pt x="5555155" y="0"/>
                  <a:pt x="5589270" y="34115"/>
                  <a:pt x="5589270" y="76197"/>
                </a:cubicBezTo>
                <a:lnTo>
                  <a:pt x="5589270" y="4808223"/>
                </a:lnTo>
                <a:cubicBezTo>
                  <a:pt x="5589270" y="4850305"/>
                  <a:pt x="5555155" y="4884420"/>
                  <a:pt x="5513073" y="4884420"/>
                </a:cubicBezTo>
                <a:lnTo>
                  <a:pt x="76197" y="4884420"/>
                </a:lnTo>
                <a:cubicBezTo>
                  <a:pt x="34115" y="4884420"/>
                  <a:pt x="0" y="4850305"/>
                  <a:pt x="0" y="480822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88632" y="157734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48456" y="142949"/>
                </a:moveTo>
                <a:cubicBezTo>
                  <a:pt x="140233" y="128662"/>
                  <a:pt x="124792" y="119063"/>
                  <a:pt x="107156" y="119063"/>
                </a:cubicBezTo>
                <a:lnTo>
                  <a:pt x="83344" y="119063"/>
                </a:lnTo>
                <a:cubicBezTo>
                  <a:pt x="65708" y="119063"/>
                  <a:pt x="50267" y="128662"/>
                  <a:pt x="42044" y="142949"/>
                </a:cubicBezTo>
                <a:cubicBezTo>
                  <a:pt x="55141" y="157535"/>
                  <a:pt x="74116" y="166688"/>
                  <a:pt x="95250" y="166688"/>
                </a:cubicBezTo>
                <a:cubicBezTo>
                  <a:pt x="116384" y="166688"/>
                  <a:pt x="135359" y="157497"/>
                  <a:pt x="148456" y="142949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01203"/>
                </a:moveTo>
                <a:cubicBezTo>
                  <a:pt x="110035" y="101203"/>
                  <a:pt x="122039" y="89199"/>
                  <a:pt x="122039" y="74414"/>
                </a:cubicBezTo>
                <a:cubicBezTo>
                  <a:pt x="122039" y="59629"/>
                  <a:pt x="110035" y="47625"/>
                  <a:pt x="95250" y="47625"/>
                </a:cubicBezTo>
                <a:cubicBezTo>
                  <a:pt x="80465" y="47625"/>
                  <a:pt x="68461" y="59629"/>
                  <a:pt x="68461" y="74414"/>
                </a:cubicBezTo>
                <a:cubicBezTo>
                  <a:pt x="68461" y="89199"/>
                  <a:pt x="80465" y="101203"/>
                  <a:pt x="95250" y="101203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02945" y="1539244"/>
            <a:ext cx="5057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Available Features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3870" y="1958344"/>
            <a:ext cx="5181600" cy="723900"/>
          </a:xfrm>
          <a:custGeom>
            <a:avLst/>
            <a:gdLst/>
            <a:ahLst/>
            <a:cxnLst/>
            <a:rect l="l" t="t" r="r" b="b"/>
            <a:pathLst>
              <a:path w="5181600" h="723900">
                <a:moveTo>
                  <a:pt x="38100" y="0"/>
                </a:moveTo>
                <a:lnTo>
                  <a:pt x="5105402" y="0"/>
                </a:lnTo>
                <a:cubicBezTo>
                  <a:pt x="5147457" y="0"/>
                  <a:pt x="5181600" y="34143"/>
                  <a:pt x="5181600" y="76198"/>
                </a:cubicBezTo>
                <a:lnTo>
                  <a:pt x="5181600" y="647702"/>
                </a:lnTo>
                <a:cubicBezTo>
                  <a:pt x="5181600" y="689757"/>
                  <a:pt x="5147457" y="723900"/>
                  <a:pt x="5105402" y="723900"/>
                </a:cubicBez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332">
              <a:alpha val="50196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3870" y="1958344"/>
            <a:ext cx="38100" cy="723900"/>
          </a:xfrm>
          <a:custGeom>
            <a:avLst/>
            <a:gdLst/>
            <a:ahLst/>
            <a:cxnLst/>
            <a:rect l="l" t="t" r="r" b="b"/>
            <a:pathLst>
              <a:path w="38100" h="7239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17220" y="207264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24E">
              <a:alpha val="2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50570" y="2186944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9050" y="0"/>
                </a:moveTo>
                <a:cubicBezTo>
                  <a:pt x="8543" y="0"/>
                  <a:pt x="0" y="8543"/>
                  <a:pt x="0" y="19050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95250" y="152400"/>
                </a:lnTo>
                <a:cubicBezTo>
                  <a:pt x="105757" y="152400"/>
                  <a:pt x="114300" y="143857"/>
                  <a:pt x="114300" y="133350"/>
                </a:cubicBezTo>
                <a:lnTo>
                  <a:pt x="114300" y="19050"/>
                </a:lnTo>
                <a:cubicBezTo>
                  <a:pt x="114300" y="8543"/>
                  <a:pt x="105757" y="0"/>
                  <a:pt x="95250" y="0"/>
                </a:cubicBezTo>
                <a:lnTo>
                  <a:pt x="19050" y="0"/>
                </a:lnTo>
                <a:close/>
                <a:moveTo>
                  <a:pt x="47625" y="104775"/>
                </a:moveTo>
                <a:lnTo>
                  <a:pt x="66675" y="104775"/>
                </a:lnTo>
                <a:cubicBezTo>
                  <a:pt x="79831" y="104775"/>
                  <a:pt x="90488" y="115431"/>
                  <a:pt x="90488" y="128588"/>
                </a:cubicBezTo>
                <a:cubicBezTo>
                  <a:pt x="90488" y="131207"/>
                  <a:pt x="88344" y="133350"/>
                  <a:pt x="85725" y="133350"/>
                </a:cubicBezTo>
                <a:lnTo>
                  <a:pt x="28575" y="133350"/>
                </a:lnTo>
                <a:cubicBezTo>
                  <a:pt x="25956" y="133350"/>
                  <a:pt x="23813" y="131207"/>
                  <a:pt x="23813" y="128588"/>
                </a:cubicBezTo>
                <a:cubicBezTo>
                  <a:pt x="23813" y="115431"/>
                  <a:pt x="34469" y="104775"/>
                  <a:pt x="47625" y="104775"/>
                </a:cubicBezTo>
                <a:close/>
                <a:moveTo>
                  <a:pt x="40481" y="76200"/>
                </a:moveTo>
                <a:cubicBezTo>
                  <a:pt x="40481" y="67000"/>
                  <a:pt x="47950" y="59531"/>
                  <a:pt x="57150" y="59531"/>
                </a:cubicBezTo>
                <a:cubicBezTo>
                  <a:pt x="66350" y="59531"/>
                  <a:pt x="73819" y="67000"/>
                  <a:pt x="73819" y="76200"/>
                </a:cubicBezTo>
                <a:cubicBezTo>
                  <a:pt x="73819" y="85400"/>
                  <a:pt x="66350" y="92869"/>
                  <a:pt x="57150" y="92869"/>
                </a:cubicBezTo>
                <a:cubicBezTo>
                  <a:pt x="47950" y="92869"/>
                  <a:pt x="40481" y="85400"/>
                  <a:pt x="40481" y="76200"/>
                </a:cubicBezTo>
                <a:close/>
                <a:moveTo>
                  <a:pt x="45244" y="19050"/>
                </a:moveTo>
                <a:lnTo>
                  <a:pt x="69056" y="19050"/>
                </a:lnTo>
                <a:cubicBezTo>
                  <a:pt x="73015" y="19050"/>
                  <a:pt x="76200" y="22235"/>
                  <a:pt x="76200" y="26194"/>
                </a:cubicBezTo>
                <a:cubicBezTo>
                  <a:pt x="76200" y="30153"/>
                  <a:pt x="73015" y="33338"/>
                  <a:pt x="69056" y="33338"/>
                </a:cubicBezTo>
                <a:lnTo>
                  <a:pt x="45244" y="33338"/>
                </a:lnTo>
                <a:cubicBezTo>
                  <a:pt x="41285" y="33338"/>
                  <a:pt x="38100" y="30153"/>
                  <a:pt x="38100" y="26194"/>
                </a:cubicBezTo>
                <a:cubicBezTo>
                  <a:pt x="38100" y="22235"/>
                  <a:pt x="41285" y="19050"/>
                  <a:pt x="45244" y="19050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12520" y="2072644"/>
            <a:ext cx="3133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View Profile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12520" y="2339344"/>
            <a:ext cx="3133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Display name, student ID, and role information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3870" y="2796544"/>
            <a:ext cx="5181600" cy="723900"/>
          </a:xfrm>
          <a:custGeom>
            <a:avLst/>
            <a:gdLst/>
            <a:ahLst/>
            <a:cxnLst/>
            <a:rect l="l" t="t" r="r" b="b"/>
            <a:pathLst>
              <a:path w="5181600" h="723900">
                <a:moveTo>
                  <a:pt x="38100" y="0"/>
                </a:moveTo>
                <a:lnTo>
                  <a:pt x="5105402" y="0"/>
                </a:lnTo>
                <a:cubicBezTo>
                  <a:pt x="5147457" y="0"/>
                  <a:pt x="5181600" y="34143"/>
                  <a:pt x="5181600" y="76198"/>
                </a:cubicBezTo>
                <a:lnTo>
                  <a:pt x="5181600" y="647702"/>
                </a:lnTo>
                <a:cubicBezTo>
                  <a:pt x="5181600" y="689757"/>
                  <a:pt x="5147457" y="723900"/>
                  <a:pt x="5105402" y="723900"/>
                </a:cubicBez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332">
              <a:alpha val="50196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3870" y="2796544"/>
            <a:ext cx="38100" cy="723900"/>
          </a:xfrm>
          <a:custGeom>
            <a:avLst/>
            <a:gdLst/>
            <a:ahLst/>
            <a:cxnLst/>
            <a:rect l="l" t="t" r="r" b="b"/>
            <a:pathLst>
              <a:path w="38100" h="7239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7220" y="291084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21995" y="3025144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4288" y="58281"/>
                </a:moveTo>
                <a:lnTo>
                  <a:pt x="76557" y="83909"/>
                </a:lnTo>
                <a:cubicBezTo>
                  <a:pt x="79474" y="85100"/>
                  <a:pt x="82570" y="85725"/>
                  <a:pt x="85725" y="85725"/>
                </a:cubicBezTo>
                <a:cubicBezTo>
                  <a:pt x="88880" y="85725"/>
                  <a:pt x="91976" y="85100"/>
                  <a:pt x="94893" y="83909"/>
                </a:cubicBezTo>
                <a:lnTo>
                  <a:pt x="167045" y="54203"/>
                </a:lnTo>
                <a:cubicBezTo>
                  <a:pt x="169724" y="53102"/>
                  <a:pt x="171450" y="50512"/>
                  <a:pt x="171450" y="47625"/>
                </a:cubicBezTo>
                <a:cubicBezTo>
                  <a:pt x="171450" y="44738"/>
                  <a:pt x="169724" y="42148"/>
                  <a:pt x="167045" y="41047"/>
                </a:cubicBezTo>
                <a:lnTo>
                  <a:pt x="94893" y="11341"/>
                </a:lnTo>
                <a:cubicBezTo>
                  <a:pt x="91976" y="10150"/>
                  <a:pt x="88880" y="9525"/>
                  <a:pt x="85725" y="9525"/>
                </a:cubicBezTo>
                <a:cubicBezTo>
                  <a:pt x="82570" y="9525"/>
                  <a:pt x="79474" y="10150"/>
                  <a:pt x="76557" y="11341"/>
                </a:cubicBezTo>
                <a:lnTo>
                  <a:pt x="4405" y="41047"/>
                </a:lnTo>
                <a:cubicBezTo>
                  <a:pt x="1726" y="42148"/>
                  <a:pt x="0" y="44738"/>
                  <a:pt x="0" y="47625"/>
                </a:cubicBezTo>
                <a:lnTo>
                  <a:pt x="0" y="135731"/>
                </a:lnTo>
                <a:cubicBezTo>
                  <a:pt x="0" y="139690"/>
                  <a:pt x="3185" y="142875"/>
                  <a:pt x="7144" y="142875"/>
                </a:cubicBezTo>
                <a:cubicBezTo>
                  <a:pt x="11103" y="142875"/>
                  <a:pt x="14288" y="139690"/>
                  <a:pt x="14288" y="135731"/>
                </a:cubicBezTo>
                <a:lnTo>
                  <a:pt x="14288" y="58281"/>
                </a:lnTo>
                <a:close/>
                <a:moveTo>
                  <a:pt x="28575" y="79623"/>
                </a:moveTo>
                <a:lnTo>
                  <a:pt x="28575" y="114300"/>
                </a:lnTo>
                <a:cubicBezTo>
                  <a:pt x="28575" y="130076"/>
                  <a:pt x="54173" y="142875"/>
                  <a:pt x="85725" y="142875"/>
                </a:cubicBezTo>
                <a:cubicBezTo>
                  <a:pt x="117277" y="142875"/>
                  <a:pt x="142875" y="130076"/>
                  <a:pt x="142875" y="114300"/>
                </a:cubicBezTo>
                <a:lnTo>
                  <a:pt x="142875" y="79593"/>
                </a:lnTo>
                <a:lnTo>
                  <a:pt x="100340" y="97125"/>
                </a:lnTo>
                <a:cubicBezTo>
                  <a:pt x="95696" y="99030"/>
                  <a:pt x="90755" y="100012"/>
                  <a:pt x="85725" y="100012"/>
                </a:cubicBezTo>
                <a:cubicBezTo>
                  <a:pt x="80695" y="100012"/>
                  <a:pt x="75754" y="99030"/>
                  <a:pt x="71110" y="97125"/>
                </a:cubicBezTo>
                <a:lnTo>
                  <a:pt x="28575" y="79593"/>
                </a:ln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12520" y="2910844"/>
            <a:ext cx="4076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View Grades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2520" y="3177544"/>
            <a:ext cx="4076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Subject marks with ASCII bar chart, average, and letter grade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3870" y="3634744"/>
            <a:ext cx="5181600" cy="723900"/>
          </a:xfrm>
          <a:custGeom>
            <a:avLst/>
            <a:gdLst/>
            <a:ahLst/>
            <a:cxnLst/>
            <a:rect l="l" t="t" r="r" b="b"/>
            <a:pathLst>
              <a:path w="5181600" h="723900">
                <a:moveTo>
                  <a:pt x="38100" y="0"/>
                </a:moveTo>
                <a:lnTo>
                  <a:pt x="5105402" y="0"/>
                </a:lnTo>
                <a:cubicBezTo>
                  <a:pt x="5147457" y="0"/>
                  <a:pt x="5181600" y="34143"/>
                  <a:pt x="5181600" y="76198"/>
                </a:cubicBezTo>
                <a:lnTo>
                  <a:pt x="5181600" y="647702"/>
                </a:lnTo>
                <a:cubicBezTo>
                  <a:pt x="5181600" y="689757"/>
                  <a:pt x="5147457" y="723900"/>
                  <a:pt x="5105402" y="723900"/>
                </a:cubicBez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332">
              <a:alpha val="50196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3870" y="3634744"/>
            <a:ext cx="38100" cy="723900"/>
          </a:xfrm>
          <a:custGeom>
            <a:avLst/>
            <a:gdLst/>
            <a:ahLst/>
            <a:cxnLst/>
            <a:rect l="l" t="t" r="r" b="b"/>
            <a:pathLst>
              <a:path w="38100" h="7239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88A9C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7220" y="374904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788A9C">
              <a:alpha val="2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41045" y="386334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6349" y="-9525"/>
                </a:moveTo>
                <a:cubicBezTo>
                  <a:pt x="85549" y="-9525"/>
                  <a:pt x="93018" y="-2056"/>
                  <a:pt x="93018" y="7144"/>
                </a:cubicBezTo>
                <a:cubicBezTo>
                  <a:pt x="93018" y="16343"/>
                  <a:pt x="85549" y="23813"/>
                  <a:pt x="76349" y="23813"/>
                </a:cubicBezTo>
                <a:cubicBezTo>
                  <a:pt x="67149" y="23813"/>
                  <a:pt x="59680" y="16343"/>
                  <a:pt x="59680" y="7144"/>
                </a:cubicBezTo>
                <a:cubicBezTo>
                  <a:pt x="59680" y="-2056"/>
                  <a:pt x="67149" y="-9525"/>
                  <a:pt x="76349" y="-9525"/>
                </a:cubicBezTo>
                <a:close/>
                <a:moveTo>
                  <a:pt x="36790" y="52388"/>
                </a:moveTo>
                <a:cubicBezTo>
                  <a:pt x="35808" y="52388"/>
                  <a:pt x="34945" y="52983"/>
                  <a:pt x="34588" y="53876"/>
                </a:cubicBezTo>
                <a:lnTo>
                  <a:pt x="28039" y="70217"/>
                </a:lnTo>
                <a:cubicBezTo>
                  <a:pt x="26075" y="75099"/>
                  <a:pt x="20538" y="77480"/>
                  <a:pt x="15657" y="75515"/>
                </a:cubicBezTo>
                <a:cubicBezTo>
                  <a:pt x="10775" y="73551"/>
                  <a:pt x="8394" y="68014"/>
                  <a:pt x="10358" y="63133"/>
                </a:cubicBezTo>
                <a:lnTo>
                  <a:pt x="16877" y="46792"/>
                </a:lnTo>
                <a:cubicBezTo>
                  <a:pt x="20151" y="38666"/>
                  <a:pt x="28009" y="33338"/>
                  <a:pt x="36790" y="33338"/>
                </a:cubicBezTo>
                <a:lnTo>
                  <a:pt x="65752" y="33338"/>
                </a:lnTo>
                <a:cubicBezTo>
                  <a:pt x="74235" y="33338"/>
                  <a:pt x="82064" y="37832"/>
                  <a:pt x="86320" y="45154"/>
                </a:cubicBezTo>
                <a:lnTo>
                  <a:pt x="96083" y="61912"/>
                </a:lnTo>
                <a:lnTo>
                  <a:pt x="114419" y="61912"/>
                </a:lnTo>
                <a:cubicBezTo>
                  <a:pt x="119688" y="61912"/>
                  <a:pt x="123944" y="66169"/>
                  <a:pt x="123944" y="71438"/>
                </a:cubicBezTo>
                <a:cubicBezTo>
                  <a:pt x="123944" y="76706"/>
                  <a:pt x="119688" y="80962"/>
                  <a:pt x="114419" y="80962"/>
                </a:cubicBezTo>
                <a:lnTo>
                  <a:pt x="96083" y="80962"/>
                </a:lnTo>
                <a:cubicBezTo>
                  <a:pt x="89297" y="80962"/>
                  <a:pt x="83046" y="77361"/>
                  <a:pt x="79623" y="71497"/>
                </a:cubicBezTo>
                <a:lnTo>
                  <a:pt x="76646" y="66407"/>
                </a:lnTo>
                <a:lnTo>
                  <a:pt x="70485" y="87362"/>
                </a:lnTo>
                <a:lnTo>
                  <a:pt x="92928" y="94089"/>
                </a:lnTo>
                <a:cubicBezTo>
                  <a:pt x="101173" y="96560"/>
                  <a:pt x="105370" y="105698"/>
                  <a:pt x="101888" y="113586"/>
                </a:cubicBezTo>
                <a:lnTo>
                  <a:pt x="85040" y="151507"/>
                </a:lnTo>
                <a:cubicBezTo>
                  <a:pt x="82897" y="156329"/>
                  <a:pt x="77272" y="158472"/>
                  <a:pt x="72479" y="156329"/>
                </a:cubicBezTo>
                <a:cubicBezTo>
                  <a:pt x="67687" y="154186"/>
                  <a:pt x="65514" y="148560"/>
                  <a:pt x="67657" y="143768"/>
                </a:cubicBezTo>
                <a:lnTo>
                  <a:pt x="82302" y="110788"/>
                </a:lnTo>
                <a:lnTo>
                  <a:pt x="53757" y="102215"/>
                </a:lnTo>
                <a:cubicBezTo>
                  <a:pt x="44023" y="99298"/>
                  <a:pt x="38279" y="89208"/>
                  <a:pt x="40749" y="79355"/>
                </a:cubicBezTo>
                <a:lnTo>
                  <a:pt x="47506" y="52388"/>
                </a:lnTo>
                <a:lnTo>
                  <a:pt x="36820" y="52388"/>
                </a:lnTo>
                <a:close/>
                <a:moveTo>
                  <a:pt x="34409" y="106263"/>
                </a:moveTo>
                <a:cubicBezTo>
                  <a:pt x="38368" y="110698"/>
                  <a:pt x="43547" y="114092"/>
                  <a:pt x="49649" y="115907"/>
                </a:cubicBezTo>
                <a:lnTo>
                  <a:pt x="51048" y="116324"/>
                </a:lnTo>
                <a:lnTo>
                  <a:pt x="48994" y="122069"/>
                </a:lnTo>
                <a:cubicBezTo>
                  <a:pt x="47268" y="126921"/>
                  <a:pt x="44232" y="131237"/>
                  <a:pt x="40273" y="134511"/>
                </a:cubicBezTo>
                <a:lnTo>
                  <a:pt x="15746" y="154722"/>
                </a:lnTo>
                <a:cubicBezTo>
                  <a:pt x="11698" y="158055"/>
                  <a:pt x="5685" y="157490"/>
                  <a:pt x="2351" y="153442"/>
                </a:cubicBezTo>
                <a:cubicBezTo>
                  <a:pt x="-982" y="149394"/>
                  <a:pt x="-417" y="143381"/>
                  <a:pt x="3631" y="140047"/>
                </a:cubicBezTo>
                <a:lnTo>
                  <a:pt x="28158" y="119836"/>
                </a:lnTo>
                <a:cubicBezTo>
                  <a:pt x="29498" y="118735"/>
                  <a:pt x="30480" y="117306"/>
                  <a:pt x="31075" y="115699"/>
                </a:cubicBezTo>
                <a:lnTo>
                  <a:pt x="34409" y="106263"/>
                </a:lnTo>
                <a:close/>
              </a:path>
            </a:pathLst>
          </a:custGeom>
          <a:solidFill>
            <a:srgbClr val="788A9C"/>
          </a:solidFill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112520" y="3749044"/>
            <a:ext cx="26574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View ECA Activities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12520" y="4015744"/>
            <a:ext cx="26574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List of enrolled extracurricular activities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83870" y="4472944"/>
            <a:ext cx="5181600" cy="723900"/>
          </a:xfrm>
          <a:custGeom>
            <a:avLst/>
            <a:gdLst/>
            <a:ahLst/>
            <a:cxnLst/>
            <a:rect l="l" t="t" r="r" b="b"/>
            <a:pathLst>
              <a:path w="5181600" h="723900">
                <a:moveTo>
                  <a:pt x="38100" y="0"/>
                </a:moveTo>
                <a:lnTo>
                  <a:pt x="5105402" y="0"/>
                </a:lnTo>
                <a:cubicBezTo>
                  <a:pt x="5147457" y="0"/>
                  <a:pt x="5181600" y="34143"/>
                  <a:pt x="5181600" y="76198"/>
                </a:cubicBezTo>
                <a:lnTo>
                  <a:pt x="5181600" y="647702"/>
                </a:lnTo>
                <a:cubicBezTo>
                  <a:pt x="5181600" y="689757"/>
                  <a:pt x="5147457" y="723900"/>
                  <a:pt x="5105402" y="723900"/>
                </a:cubicBez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332">
              <a:alpha val="50196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3870" y="4472944"/>
            <a:ext cx="38100" cy="723900"/>
          </a:xfrm>
          <a:custGeom>
            <a:avLst/>
            <a:gdLst/>
            <a:ahLst/>
            <a:cxnLst/>
            <a:rect l="l" t="t" r="r" b="b"/>
            <a:pathLst>
              <a:path w="38100" h="7239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17220" y="458724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24E">
              <a:alpha val="2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31520" y="470154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14794" y="9525"/>
                  <a:pt x="19050" y="13781"/>
                  <a:pt x="19050" y="19050"/>
                </a:cubicBez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142875" y="123825"/>
                </a:lnTo>
                <a:cubicBezTo>
                  <a:pt x="148144" y="123825"/>
                  <a:pt x="152400" y="128081"/>
                  <a:pt x="152400" y="133350"/>
                </a:cubicBezTo>
                <a:cubicBezTo>
                  <a:pt x="152400" y="138619"/>
                  <a:pt x="148144" y="142875"/>
                  <a:pt x="142875" y="142875"/>
                </a:cubicBezTo>
                <a:lnTo>
                  <a:pt x="23813" y="142875"/>
                </a:lnTo>
                <a:cubicBezTo>
                  <a:pt x="10656" y="142875"/>
                  <a:pt x="0" y="132219"/>
                  <a:pt x="0" y="119062"/>
                </a:cubicBezTo>
                <a:lnTo>
                  <a:pt x="0" y="19050"/>
                </a:lnTo>
                <a:cubicBezTo>
                  <a:pt x="0" y="13781"/>
                  <a:pt x="4256" y="9525"/>
                  <a:pt x="9525" y="9525"/>
                </a:cubicBezTo>
                <a:close/>
                <a:moveTo>
                  <a:pt x="38100" y="28575"/>
                </a:moveTo>
                <a:cubicBezTo>
                  <a:pt x="38100" y="23306"/>
                  <a:pt x="42356" y="19050"/>
                  <a:pt x="47625" y="19050"/>
                </a:cubicBezTo>
                <a:lnTo>
                  <a:pt x="104775" y="19050"/>
                </a:lnTo>
                <a:cubicBezTo>
                  <a:pt x="110044" y="19050"/>
                  <a:pt x="114300" y="23306"/>
                  <a:pt x="114300" y="28575"/>
                </a:cubicBezTo>
                <a:cubicBezTo>
                  <a:pt x="114300" y="33844"/>
                  <a:pt x="110044" y="38100"/>
                  <a:pt x="104775" y="38100"/>
                </a:cubicBezTo>
                <a:lnTo>
                  <a:pt x="47625" y="38100"/>
                </a:lnTo>
                <a:cubicBezTo>
                  <a:pt x="42356" y="38100"/>
                  <a:pt x="38100" y="33844"/>
                  <a:pt x="38100" y="28575"/>
                </a:cubicBezTo>
                <a:close/>
                <a:moveTo>
                  <a:pt x="47625" y="52388"/>
                </a:moveTo>
                <a:lnTo>
                  <a:pt x="85725" y="52388"/>
                </a:lnTo>
                <a:cubicBezTo>
                  <a:pt x="90994" y="52388"/>
                  <a:pt x="95250" y="56644"/>
                  <a:pt x="95250" y="61912"/>
                </a:cubicBezTo>
                <a:cubicBezTo>
                  <a:pt x="95250" y="67181"/>
                  <a:pt x="90994" y="71438"/>
                  <a:pt x="85725" y="71438"/>
                </a:cubicBezTo>
                <a:lnTo>
                  <a:pt x="47625" y="71438"/>
                </a:lnTo>
                <a:cubicBezTo>
                  <a:pt x="42356" y="71438"/>
                  <a:pt x="38100" y="67181"/>
                  <a:pt x="38100" y="61912"/>
                </a:cubicBezTo>
                <a:cubicBezTo>
                  <a:pt x="38100" y="56644"/>
                  <a:pt x="42356" y="52388"/>
                  <a:pt x="47625" y="52388"/>
                </a:cubicBezTo>
                <a:close/>
                <a:moveTo>
                  <a:pt x="47625" y="85725"/>
                </a:moveTo>
                <a:lnTo>
                  <a:pt x="123825" y="85725"/>
                </a:lnTo>
                <a:cubicBezTo>
                  <a:pt x="129094" y="85725"/>
                  <a:pt x="133350" y="89981"/>
                  <a:pt x="133350" y="95250"/>
                </a:cubicBezTo>
                <a:cubicBezTo>
                  <a:pt x="133350" y="100519"/>
                  <a:pt x="129094" y="104775"/>
                  <a:pt x="123825" y="104775"/>
                </a:cubicBezTo>
                <a:lnTo>
                  <a:pt x="47625" y="104775"/>
                </a:lnTo>
                <a:cubicBezTo>
                  <a:pt x="42356" y="104775"/>
                  <a:pt x="38100" y="100519"/>
                  <a:pt x="38100" y="95250"/>
                </a:cubicBezTo>
                <a:cubicBezTo>
                  <a:pt x="38100" y="89981"/>
                  <a:pt x="42356" y="85725"/>
                  <a:pt x="47625" y="85725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112520" y="4587244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Plot Grades Chart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12520" y="4853944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matplotlib bar chart with color-coded bars and average line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83870" y="5311144"/>
            <a:ext cx="5181600" cy="723900"/>
          </a:xfrm>
          <a:custGeom>
            <a:avLst/>
            <a:gdLst/>
            <a:ahLst/>
            <a:cxnLst/>
            <a:rect l="l" t="t" r="r" b="b"/>
            <a:pathLst>
              <a:path w="5181600" h="723900">
                <a:moveTo>
                  <a:pt x="38100" y="0"/>
                </a:moveTo>
                <a:lnTo>
                  <a:pt x="5105402" y="0"/>
                </a:lnTo>
                <a:cubicBezTo>
                  <a:pt x="5147457" y="0"/>
                  <a:pt x="5181600" y="34143"/>
                  <a:pt x="5181600" y="76198"/>
                </a:cubicBezTo>
                <a:lnTo>
                  <a:pt x="5181600" y="647702"/>
                </a:lnTo>
                <a:cubicBezTo>
                  <a:pt x="5181600" y="689757"/>
                  <a:pt x="5147457" y="723900"/>
                  <a:pt x="5105402" y="723900"/>
                </a:cubicBez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332">
              <a:alpha val="50196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83870" y="5311144"/>
            <a:ext cx="38100" cy="723900"/>
          </a:xfrm>
          <a:custGeom>
            <a:avLst/>
            <a:gdLst/>
            <a:ahLst/>
            <a:cxnLst/>
            <a:rect l="l" t="t" r="r" b="b"/>
            <a:pathLst>
              <a:path w="38100" h="7239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17220" y="542544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12470" y="5539744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76230" y="73819"/>
                </a:moveTo>
                <a:cubicBezTo>
                  <a:pt x="95943" y="73819"/>
                  <a:pt x="111949" y="57814"/>
                  <a:pt x="111949" y="38100"/>
                </a:cubicBezTo>
                <a:cubicBezTo>
                  <a:pt x="111949" y="18386"/>
                  <a:pt x="95943" y="2381"/>
                  <a:pt x="76230" y="2381"/>
                </a:cubicBezTo>
                <a:cubicBezTo>
                  <a:pt x="56516" y="2381"/>
                  <a:pt x="40511" y="18386"/>
                  <a:pt x="40511" y="38100"/>
                </a:cubicBezTo>
                <a:cubicBezTo>
                  <a:pt x="40511" y="57814"/>
                  <a:pt x="56516" y="73819"/>
                  <a:pt x="76230" y="73819"/>
                </a:cubicBezTo>
                <a:close/>
                <a:moveTo>
                  <a:pt x="67389" y="90488"/>
                </a:moveTo>
                <a:cubicBezTo>
                  <a:pt x="38070" y="90488"/>
                  <a:pt x="14317" y="114240"/>
                  <a:pt x="14317" y="143560"/>
                </a:cubicBezTo>
                <a:cubicBezTo>
                  <a:pt x="14317" y="148441"/>
                  <a:pt x="18276" y="152400"/>
                  <a:pt x="23158" y="152400"/>
                </a:cubicBezTo>
                <a:lnTo>
                  <a:pt x="81647" y="152400"/>
                </a:lnTo>
                <a:lnTo>
                  <a:pt x="84892" y="136178"/>
                </a:lnTo>
                <a:cubicBezTo>
                  <a:pt x="86171" y="129719"/>
                  <a:pt x="89356" y="123795"/>
                  <a:pt x="94000" y="119152"/>
                </a:cubicBezTo>
                <a:lnTo>
                  <a:pt x="114032" y="99120"/>
                </a:lnTo>
                <a:cubicBezTo>
                  <a:pt x="105698" y="93672"/>
                  <a:pt x="95756" y="90517"/>
                  <a:pt x="85040" y="90517"/>
                </a:cubicBezTo>
                <a:lnTo>
                  <a:pt x="67360" y="90517"/>
                </a:lnTo>
                <a:close/>
                <a:moveTo>
                  <a:pt x="98911" y="138976"/>
                </a:moveTo>
                <a:lnTo>
                  <a:pt x="95369" y="156716"/>
                </a:lnTo>
                <a:cubicBezTo>
                  <a:pt x="95310" y="156984"/>
                  <a:pt x="95280" y="157282"/>
                  <a:pt x="95280" y="157579"/>
                </a:cubicBezTo>
                <a:cubicBezTo>
                  <a:pt x="95280" y="159960"/>
                  <a:pt x="97215" y="161925"/>
                  <a:pt x="99626" y="161925"/>
                </a:cubicBezTo>
                <a:cubicBezTo>
                  <a:pt x="99923" y="161925"/>
                  <a:pt x="100191" y="161895"/>
                  <a:pt x="100489" y="161836"/>
                </a:cubicBezTo>
                <a:lnTo>
                  <a:pt x="118229" y="158294"/>
                </a:lnTo>
                <a:cubicBezTo>
                  <a:pt x="121920" y="157549"/>
                  <a:pt x="125313" y="155734"/>
                  <a:pt x="127962" y="153085"/>
                </a:cubicBezTo>
                <a:lnTo>
                  <a:pt x="163354" y="117693"/>
                </a:lnTo>
                <a:lnTo>
                  <a:pt x="139541" y="93881"/>
                </a:lnTo>
                <a:lnTo>
                  <a:pt x="104150" y="129272"/>
                </a:lnTo>
                <a:cubicBezTo>
                  <a:pt x="101501" y="131921"/>
                  <a:pt x="99685" y="135315"/>
                  <a:pt x="98941" y="139005"/>
                </a:cubicBezTo>
                <a:close/>
                <a:moveTo>
                  <a:pt x="178624" y="102364"/>
                </a:moveTo>
                <a:cubicBezTo>
                  <a:pt x="185202" y="95786"/>
                  <a:pt x="185202" y="85130"/>
                  <a:pt x="178624" y="78551"/>
                </a:cubicBezTo>
                <a:cubicBezTo>
                  <a:pt x="172045" y="71973"/>
                  <a:pt x="161389" y="71973"/>
                  <a:pt x="154811" y="78551"/>
                </a:cubicBezTo>
                <a:lnTo>
                  <a:pt x="146239" y="87124"/>
                </a:lnTo>
                <a:lnTo>
                  <a:pt x="170051" y="110936"/>
                </a:lnTo>
                <a:lnTo>
                  <a:pt x="178624" y="102364"/>
                </a:ln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112520" y="5425444"/>
            <a:ext cx="2752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Update Profile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12520" y="5692144"/>
            <a:ext cx="2752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Change own name, persisted to users.txt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099810" y="1344931"/>
            <a:ext cx="5589270" cy="3912870"/>
          </a:xfrm>
          <a:custGeom>
            <a:avLst/>
            <a:gdLst/>
            <a:ahLst/>
            <a:cxnLst/>
            <a:rect l="l" t="t" r="r" b="b"/>
            <a:pathLst>
              <a:path w="5589270" h="3912870">
                <a:moveTo>
                  <a:pt x="76184" y="0"/>
                </a:moveTo>
                <a:lnTo>
                  <a:pt x="5513086" y="0"/>
                </a:lnTo>
                <a:cubicBezTo>
                  <a:pt x="5555161" y="0"/>
                  <a:pt x="5589270" y="34109"/>
                  <a:pt x="5589270" y="76184"/>
                </a:cubicBezTo>
                <a:lnTo>
                  <a:pt x="5589270" y="3836686"/>
                </a:lnTo>
                <a:cubicBezTo>
                  <a:pt x="5589270" y="3878761"/>
                  <a:pt x="5555161" y="3912870"/>
                  <a:pt x="5513086" y="3912870"/>
                </a:cubicBezTo>
                <a:lnTo>
                  <a:pt x="76184" y="3912870"/>
                </a:lnTo>
                <a:cubicBezTo>
                  <a:pt x="34109" y="3912870"/>
                  <a:pt x="0" y="3878761"/>
                  <a:pt x="0" y="3836686"/>
                </a:cubicBezTo>
                <a:lnTo>
                  <a:pt x="0" y="76184"/>
                </a:lnTo>
                <a:cubicBezTo>
                  <a:pt x="0" y="34137"/>
                  <a:pt x="34137" y="0"/>
                  <a:pt x="76184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317932" y="157734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497" y="44128"/>
                </a:moveTo>
                <a:cubicBezTo>
                  <a:pt x="-1153" y="39477"/>
                  <a:pt x="-1153" y="31924"/>
                  <a:pt x="3497" y="27273"/>
                </a:cubicBezTo>
                <a:cubicBezTo>
                  <a:pt x="8148" y="22622"/>
                  <a:pt x="15701" y="22622"/>
                  <a:pt x="20352" y="27273"/>
                </a:cubicBezTo>
                <a:lnTo>
                  <a:pt x="79883" y="86804"/>
                </a:lnTo>
                <a:cubicBezTo>
                  <a:pt x="84534" y="91455"/>
                  <a:pt x="84534" y="99008"/>
                  <a:pt x="79883" y="103659"/>
                </a:cubicBezTo>
                <a:lnTo>
                  <a:pt x="20352" y="163190"/>
                </a:lnTo>
                <a:cubicBezTo>
                  <a:pt x="15701" y="167841"/>
                  <a:pt x="8148" y="167841"/>
                  <a:pt x="3497" y="163190"/>
                </a:cubicBezTo>
                <a:cubicBezTo>
                  <a:pt x="-1153" y="158539"/>
                  <a:pt x="-1153" y="150986"/>
                  <a:pt x="3497" y="146335"/>
                </a:cubicBezTo>
                <a:lnTo>
                  <a:pt x="54583" y="95250"/>
                </a:lnTo>
                <a:lnTo>
                  <a:pt x="3497" y="44128"/>
                </a:lnTo>
                <a:close/>
                <a:moveTo>
                  <a:pt x="83344" y="142875"/>
                </a:move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83344" y="166688"/>
                </a:lnTo>
                <a:cubicBezTo>
                  <a:pt x="76758" y="166688"/>
                  <a:pt x="71438" y="161367"/>
                  <a:pt x="71438" y="154781"/>
                </a:cubicBezTo>
                <a:cubicBezTo>
                  <a:pt x="71438" y="148196"/>
                  <a:pt x="76758" y="142875"/>
                  <a:pt x="83344" y="142875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532245" y="1539244"/>
            <a:ext cx="5057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Sample Grade Output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97930" y="1962154"/>
            <a:ext cx="5198745" cy="2693670"/>
          </a:xfrm>
          <a:custGeom>
            <a:avLst/>
            <a:gdLst/>
            <a:ahLst/>
            <a:cxnLst/>
            <a:rect l="l" t="t" r="r" b="b"/>
            <a:pathLst>
              <a:path w="5198745" h="2693670">
                <a:moveTo>
                  <a:pt x="76204" y="0"/>
                </a:moveTo>
                <a:lnTo>
                  <a:pt x="5122541" y="0"/>
                </a:lnTo>
                <a:cubicBezTo>
                  <a:pt x="5164627" y="0"/>
                  <a:pt x="5198745" y="34118"/>
                  <a:pt x="5198745" y="76204"/>
                </a:cubicBezTo>
                <a:lnTo>
                  <a:pt x="5198745" y="2617466"/>
                </a:lnTo>
                <a:cubicBezTo>
                  <a:pt x="5198745" y="2659552"/>
                  <a:pt x="5164627" y="2693670"/>
                  <a:pt x="5122541" y="2693670"/>
                </a:cubicBezTo>
                <a:lnTo>
                  <a:pt x="76204" y="2693670"/>
                </a:lnTo>
                <a:cubicBezTo>
                  <a:pt x="34118" y="2693670"/>
                  <a:pt x="0" y="2659552"/>
                  <a:pt x="0" y="261746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0D1117"/>
          </a:solidFill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454140" y="2426972"/>
            <a:ext cx="4886325" cy="7620"/>
          </a:xfrm>
          <a:custGeom>
            <a:avLst/>
            <a:gdLst/>
            <a:ahLst/>
            <a:cxnLst/>
            <a:rect l="l" t="t" r="r" b="b"/>
            <a:pathLst>
              <a:path w="4886325" h="7620">
                <a:moveTo>
                  <a:pt x="0" y="0"/>
                </a:moveTo>
                <a:lnTo>
                  <a:pt x="4886325" y="0"/>
                </a:lnTo>
                <a:lnTo>
                  <a:pt x="488632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30363D"/>
          </a:solidFill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54140" y="2118362"/>
            <a:ext cx="1085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24E"/>
                </a:solidFill>
                <a:ea typeface="MiSans" pitchFamily="34" charset="-122"/>
                <a:cs typeface="MiSans" pitchFamily="34" charset="-120"/>
              </a:rPr>
              <a:t>Grade Report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249257" y="2118362"/>
            <a:ext cx="11620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ea typeface="MiSans" pitchFamily="34" charset="-122"/>
                <a:cs typeface="MiSans" pitchFamily="34" charset="-120"/>
              </a:rPr>
              <a:t>Student: s001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54140" y="2545080"/>
            <a:ext cx="838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ea typeface="MiSans" pitchFamily="34" charset="-122"/>
                <a:cs typeface="MiSans" pitchFamily="34" charset="-120"/>
              </a:rPr>
              <a:t>Math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254240" y="254508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D4A24E"/>
                </a:solidFill>
                <a:ea typeface="MiSans" pitchFamily="34" charset="-122"/>
                <a:cs typeface="MiSans" pitchFamily="34" charset="-120"/>
              </a:rPr>
              <a:t>85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825740" y="2545079"/>
            <a:ext cx="948390" cy="240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6C8C"/>
                </a:solidFill>
                <a:ea typeface="MiSans" pitchFamily="34" charset="-122"/>
                <a:cs typeface="MiSans" pitchFamily="34" charset="-120"/>
              </a:rPr>
              <a:t>########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54140" y="2849880"/>
            <a:ext cx="838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ea typeface="MiSans" pitchFamily="34" charset="-122"/>
                <a:cs typeface="MiSans" pitchFamily="34" charset="-120"/>
              </a:rPr>
              <a:t>CS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254240" y="284988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D4A24E"/>
                </a:solidFill>
                <a:ea typeface="MiSans" pitchFamily="34" charset="-122"/>
                <a:cs typeface="MiSans" pitchFamily="34" charset="-120"/>
              </a:rPr>
              <a:t>90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825740" y="2849880"/>
            <a:ext cx="1025446" cy="1943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9E75"/>
                </a:solidFill>
                <a:ea typeface="MiSans" pitchFamily="34" charset="-122"/>
                <a:cs typeface="MiSans" pitchFamily="34" charset="-120"/>
              </a:rPr>
              <a:t>#########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454140" y="3154680"/>
            <a:ext cx="838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ea typeface="MiSans" pitchFamily="34" charset="-122"/>
                <a:cs typeface="MiSans" pitchFamily="34" charset="-120"/>
              </a:rPr>
              <a:t>English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254240" y="315468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D4A24E"/>
                </a:solidFill>
                <a:ea typeface="MiSans" pitchFamily="34" charset="-122"/>
                <a:cs typeface="MiSans" pitchFamily="34" charset="-120"/>
              </a:rPr>
              <a:t>78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825740" y="3154680"/>
            <a:ext cx="948390" cy="1866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74C3C"/>
                </a:solidFill>
                <a:ea typeface="MiSans" pitchFamily="34" charset="-122"/>
                <a:cs typeface="MiSans" pitchFamily="34" charset="-120"/>
              </a:rPr>
              <a:t>#######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454140" y="3459480"/>
            <a:ext cx="838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ea typeface="MiSans" pitchFamily="34" charset="-122"/>
                <a:cs typeface="MiSans" pitchFamily="34" charset="-120"/>
              </a:rPr>
              <a:t>Science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254240" y="345948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D4A24E"/>
                </a:solidFill>
                <a:ea typeface="MiSans" pitchFamily="34" charset="-122"/>
                <a:cs typeface="MiSans" pitchFamily="34" charset="-120"/>
              </a:rPr>
              <a:t>92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825740" y="3459480"/>
            <a:ext cx="1025446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9E75"/>
                </a:solidFill>
                <a:ea typeface="MiSans" pitchFamily="34" charset="-122"/>
                <a:cs typeface="MiSans" pitchFamily="34" charset="-120"/>
              </a:rPr>
              <a:t>#########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454140" y="3764280"/>
            <a:ext cx="838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ea typeface="MiSans" pitchFamily="34" charset="-122"/>
                <a:cs typeface="MiSans" pitchFamily="34" charset="-120"/>
              </a:rPr>
              <a:t>Nepali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254240" y="376428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D4A24E"/>
                </a:solidFill>
                <a:ea typeface="MiSans" pitchFamily="34" charset="-122"/>
                <a:cs typeface="MiSans" pitchFamily="34" charset="-120"/>
              </a:rPr>
              <a:t>88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825739" y="3764280"/>
            <a:ext cx="1025447" cy="1905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6C8C"/>
                </a:solidFill>
                <a:ea typeface="MiSans" pitchFamily="34" charset="-122"/>
                <a:cs typeface="MiSans" pitchFamily="34" charset="-120"/>
              </a:rPr>
              <a:t>########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454140" y="4110990"/>
            <a:ext cx="4886325" cy="7620"/>
          </a:xfrm>
          <a:custGeom>
            <a:avLst/>
            <a:gdLst/>
            <a:ahLst/>
            <a:cxnLst/>
            <a:rect l="l" t="t" r="r" b="b"/>
            <a:pathLst>
              <a:path w="4886325" h="7620">
                <a:moveTo>
                  <a:pt x="0" y="0"/>
                </a:moveTo>
                <a:lnTo>
                  <a:pt x="4886325" y="0"/>
                </a:lnTo>
                <a:lnTo>
                  <a:pt x="488632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30363D"/>
          </a:solidFill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454140" y="4248153"/>
            <a:ext cx="7429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ea typeface="MiSans" pitchFamily="34" charset="-122"/>
                <a:cs typeface="MiSans" pitchFamily="34" charset="-120"/>
              </a:rPr>
              <a:t>Average: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923967" y="4248153"/>
            <a:ext cx="4095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24E"/>
                </a:solidFill>
                <a:ea typeface="MiSans" pitchFamily="34" charset="-122"/>
                <a:cs typeface="MiSans" pitchFamily="34" charset="-120"/>
              </a:rPr>
              <a:t>86.6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9058633" y="4248153"/>
            <a:ext cx="161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ea typeface="MiSans" pitchFamily="34" charset="-122"/>
                <a:cs typeface="MiSans" pitchFamily="34" charset="-120"/>
              </a:rPr>
              <a:t>|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941957" y="4248153"/>
            <a:ext cx="581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ea typeface="MiSans" pitchFamily="34" charset="-122"/>
                <a:cs typeface="MiSans" pitchFamily="34" charset="-120"/>
              </a:rPr>
              <a:t>Grade: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1244263" y="4229103"/>
            <a:ext cx="180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9E75"/>
                </a:solidFill>
                <a:ea typeface="MiSans" pitchFamily="34" charset="-122"/>
                <a:cs typeface="MiSans" pitchFamily="34" charset="-120"/>
              </a:rPr>
              <a:t>A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099810" y="5421631"/>
            <a:ext cx="5589270" cy="807720"/>
          </a:xfrm>
          <a:custGeom>
            <a:avLst/>
            <a:gdLst/>
            <a:ahLst/>
            <a:cxnLst/>
            <a:rect l="l" t="t" r="r" b="b"/>
            <a:pathLst>
              <a:path w="5589270" h="807720">
                <a:moveTo>
                  <a:pt x="76200" y="0"/>
                </a:moveTo>
                <a:lnTo>
                  <a:pt x="5513070" y="0"/>
                </a:lnTo>
                <a:cubicBezTo>
                  <a:pt x="5555154" y="0"/>
                  <a:pt x="5589270" y="34116"/>
                  <a:pt x="5589270" y="76200"/>
                </a:cubicBezTo>
                <a:lnTo>
                  <a:pt x="5589270" y="731520"/>
                </a:lnTo>
                <a:cubicBezTo>
                  <a:pt x="5589270" y="773604"/>
                  <a:pt x="5555154" y="807720"/>
                  <a:pt x="5513070" y="807720"/>
                </a:cubicBezTo>
                <a:lnTo>
                  <a:pt x="76200" y="807720"/>
                </a:lnTo>
                <a:cubicBezTo>
                  <a:pt x="34116" y="807720"/>
                  <a:pt x="0" y="773604"/>
                  <a:pt x="0" y="7315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4E">
                  <a:alpha val="20000"/>
                </a:srgbClr>
              </a:gs>
              <a:gs pos="100000">
                <a:srgbClr val="4A6C8C">
                  <a:alpha val="20000"/>
                </a:srgbClr>
              </a:gs>
            </a:gsLst>
            <a:lin ang="2700000" scaled="1"/>
          </a:gradFill>
          <a:ln w="10160">
            <a:solidFill>
              <a:srgbClr val="D4A24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6313170" y="5711194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656070" y="5577844"/>
            <a:ext cx="30670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Grade Scale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6656070" y="5806444"/>
            <a:ext cx="30765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A: 80-100 | B: 60-79 | C: 40-59 | F: 0-39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266700" y="6236972"/>
            <a:ext cx="11430000" cy="7620"/>
          </a:xfrm>
          <a:custGeom>
            <a:avLst/>
            <a:gdLst/>
            <a:ahLst/>
            <a:cxnLst/>
            <a:rect l="l" t="t" r="r" b="b"/>
            <a:pathLst>
              <a:path w="11430000" h="7620">
                <a:moveTo>
                  <a:pt x="0" y="0"/>
                </a:moveTo>
                <a:lnTo>
                  <a:pt x="11430000" y="0"/>
                </a:lnTo>
                <a:lnTo>
                  <a:pt x="114300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050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4E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04 - Bonus Feature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66700" y="6858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Performance Analytics Dashboard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66700" y="1257300"/>
            <a:ext cx="1066800" cy="38100"/>
          </a:xfrm>
          <a:custGeom>
            <a:avLst/>
            <a:gdLst/>
            <a:ahLst/>
            <a:cxnLst/>
            <a:rect l="l" t="t" r="r" b="b"/>
            <a:pathLst>
              <a:path w="1066800" h="38100">
                <a:moveTo>
                  <a:pt x="0" y="0"/>
                </a:moveTo>
                <a:lnTo>
                  <a:pt x="1066800" y="0"/>
                </a:lnTo>
                <a:lnTo>
                  <a:pt x="1066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0510" y="2000251"/>
            <a:ext cx="3703320" cy="4160520"/>
          </a:xfrm>
          <a:custGeom>
            <a:avLst/>
            <a:gdLst/>
            <a:ahLst/>
            <a:cxnLst/>
            <a:rect l="l" t="t" r="r" b="b"/>
            <a:pathLst>
              <a:path w="3703320" h="4160520">
                <a:moveTo>
                  <a:pt x="76214" y="0"/>
                </a:moveTo>
                <a:lnTo>
                  <a:pt x="3627106" y="0"/>
                </a:lnTo>
                <a:cubicBezTo>
                  <a:pt x="3669198" y="0"/>
                  <a:pt x="3703320" y="34122"/>
                  <a:pt x="3703320" y="76214"/>
                </a:cubicBezTo>
                <a:lnTo>
                  <a:pt x="3703320" y="4084306"/>
                </a:lnTo>
                <a:cubicBezTo>
                  <a:pt x="3703320" y="4126398"/>
                  <a:pt x="3669198" y="4160520"/>
                  <a:pt x="3627106" y="4160520"/>
                </a:cubicBezTo>
                <a:lnTo>
                  <a:pt x="76214" y="4160520"/>
                </a:lnTo>
                <a:cubicBezTo>
                  <a:pt x="34122" y="4160520"/>
                  <a:pt x="0" y="4126398"/>
                  <a:pt x="0" y="4084306"/>
                </a:cubicBezTo>
                <a:lnTo>
                  <a:pt x="0" y="76214"/>
                </a:lnTo>
                <a:cubicBezTo>
                  <a:pt x="0" y="34150"/>
                  <a:pt x="34150" y="0"/>
                  <a:pt x="76214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26720" y="215645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0070" y="228980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1A2332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98219" y="2251709"/>
            <a:ext cx="1796351" cy="3581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A. Grade Trends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6720" y="2766059"/>
            <a:ext cx="200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24E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0317" y="2727959"/>
            <a:ext cx="32575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Multi-line chart:</a:t>
            </a: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 One line per student across 5 subjects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6720" y="3299459"/>
            <a:ext cx="200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24E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317" y="3261359"/>
            <a:ext cx="32575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Class average overlay:</a:t>
            </a: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 Dashed grey reference line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26720" y="3832859"/>
            <a:ext cx="200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24E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▸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317" y="3794759"/>
            <a:ext cx="32575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Annotated marks:</a:t>
            </a: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 Data points labeled with exact values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6720" y="4366259"/>
            <a:ext cx="200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24E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▸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0317" y="4328159"/>
            <a:ext cx="32575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Summary table:</a:t>
            </a: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 Printed to terminal for quick reference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0530" y="5307333"/>
            <a:ext cx="3379470" cy="693420"/>
          </a:xfrm>
          <a:custGeom>
            <a:avLst/>
            <a:gdLst/>
            <a:ahLst/>
            <a:cxnLst/>
            <a:rect l="l" t="t" r="r" b="b"/>
            <a:pathLst>
              <a:path w="3379470" h="693420">
                <a:moveTo>
                  <a:pt x="38103" y="0"/>
                </a:moveTo>
                <a:lnTo>
                  <a:pt x="3341367" y="0"/>
                </a:lnTo>
                <a:cubicBezTo>
                  <a:pt x="3362396" y="0"/>
                  <a:pt x="3379470" y="17074"/>
                  <a:pt x="3379470" y="38103"/>
                </a:cubicBezTo>
                <a:lnTo>
                  <a:pt x="3379470" y="655317"/>
                </a:lnTo>
                <a:cubicBezTo>
                  <a:pt x="3379470" y="676346"/>
                  <a:pt x="3362396" y="693420"/>
                  <a:pt x="3341367" y="693420"/>
                </a:cubicBezTo>
                <a:lnTo>
                  <a:pt x="38103" y="693420"/>
                </a:lnTo>
                <a:cubicBezTo>
                  <a:pt x="17074" y="693420"/>
                  <a:pt x="0" y="676346"/>
                  <a:pt x="0" y="655317"/>
                </a:cubicBezTo>
                <a:lnTo>
                  <a:pt x="0" y="38103"/>
                </a:lnTo>
                <a:cubicBezTo>
                  <a:pt x="0" y="17074"/>
                  <a:pt x="17074" y="0"/>
                  <a:pt x="38103" y="0"/>
                </a:cubicBezTo>
                <a:close/>
              </a:path>
            </a:pathLst>
          </a:custGeom>
          <a:solidFill>
            <a:srgbClr val="1A2332">
              <a:alpha val="5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5425441"/>
            <a:ext cx="32099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Visualisation Type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67690" y="568452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96290" y="5654041"/>
            <a:ext cx="2971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Line Chart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131231" y="2000251"/>
            <a:ext cx="3703320" cy="4160520"/>
          </a:xfrm>
          <a:custGeom>
            <a:avLst/>
            <a:gdLst/>
            <a:ahLst/>
            <a:cxnLst/>
            <a:rect l="l" t="t" r="r" b="b"/>
            <a:pathLst>
              <a:path w="3703320" h="4160520">
                <a:moveTo>
                  <a:pt x="76214" y="0"/>
                </a:moveTo>
                <a:lnTo>
                  <a:pt x="3627106" y="0"/>
                </a:lnTo>
                <a:cubicBezTo>
                  <a:pt x="3669198" y="0"/>
                  <a:pt x="3703320" y="34122"/>
                  <a:pt x="3703320" y="76214"/>
                </a:cubicBezTo>
                <a:lnTo>
                  <a:pt x="3703320" y="4084306"/>
                </a:lnTo>
                <a:cubicBezTo>
                  <a:pt x="3703320" y="4126398"/>
                  <a:pt x="3669198" y="4160520"/>
                  <a:pt x="3627106" y="4160520"/>
                </a:cubicBezTo>
                <a:lnTo>
                  <a:pt x="76214" y="4160520"/>
                </a:lnTo>
                <a:cubicBezTo>
                  <a:pt x="34122" y="4160520"/>
                  <a:pt x="0" y="4126398"/>
                  <a:pt x="0" y="4084306"/>
                </a:cubicBezTo>
                <a:lnTo>
                  <a:pt x="0" y="76214"/>
                </a:lnTo>
                <a:cubicBezTo>
                  <a:pt x="0" y="34150"/>
                  <a:pt x="34150" y="0"/>
                  <a:pt x="76214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287441" y="215645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420791" y="228980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E8ECEF"/>
          </a:solidFill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58941" y="2251709"/>
            <a:ext cx="1162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B. ECA Impact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287441" y="2766059"/>
            <a:ext cx="200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6C8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▸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491038" y="2727959"/>
            <a:ext cx="32575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Correlation analysis:</a:t>
            </a: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 ECA count vs average grade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287441" y="3299459"/>
            <a:ext cx="200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6C8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▸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491038" y="3261359"/>
            <a:ext cx="32575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Pearson coefficient:</a:t>
            </a: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 Computed manually in pure Python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291251" y="3958592"/>
            <a:ext cx="3379470" cy="960120"/>
          </a:xfrm>
          <a:custGeom>
            <a:avLst/>
            <a:gdLst/>
            <a:ahLst/>
            <a:cxnLst/>
            <a:rect l="l" t="t" r="r" b="b"/>
            <a:pathLst>
              <a:path w="3379470" h="960120">
                <a:moveTo>
                  <a:pt x="38098" y="0"/>
                </a:moveTo>
                <a:lnTo>
                  <a:pt x="3341372" y="0"/>
                </a:lnTo>
                <a:cubicBezTo>
                  <a:pt x="3362413" y="0"/>
                  <a:pt x="3379470" y="17057"/>
                  <a:pt x="3379470" y="38098"/>
                </a:cubicBezTo>
                <a:lnTo>
                  <a:pt x="3379470" y="922022"/>
                </a:lnTo>
                <a:cubicBezTo>
                  <a:pt x="3379470" y="943063"/>
                  <a:pt x="3362413" y="960120"/>
                  <a:pt x="3341372" y="960120"/>
                </a:cubicBezTo>
                <a:lnTo>
                  <a:pt x="38098" y="960120"/>
                </a:lnTo>
                <a:cubicBezTo>
                  <a:pt x="17057" y="960120"/>
                  <a:pt x="0" y="943063"/>
                  <a:pt x="0" y="92202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0D1117"/>
          </a:solidFill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409361" y="4076700"/>
            <a:ext cx="32099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Formula: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409361" y="4343400"/>
            <a:ext cx="3219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291251" y="5040633"/>
            <a:ext cx="3379470" cy="960120"/>
          </a:xfrm>
          <a:custGeom>
            <a:avLst/>
            <a:gdLst/>
            <a:ahLst/>
            <a:cxnLst/>
            <a:rect l="l" t="t" r="r" b="b"/>
            <a:pathLst>
              <a:path w="3379470" h="960120">
                <a:moveTo>
                  <a:pt x="38098" y="0"/>
                </a:moveTo>
                <a:lnTo>
                  <a:pt x="3341372" y="0"/>
                </a:lnTo>
                <a:cubicBezTo>
                  <a:pt x="3362413" y="0"/>
                  <a:pt x="3379470" y="17057"/>
                  <a:pt x="3379470" y="38098"/>
                </a:cubicBezTo>
                <a:lnTo>
                  <a:pt x="3379470" y="922022"/>
                </a:lnTo>
                <a:cubicBezTo>
                  <a:pt x="3379470" y="943063"/>
                  <a:pt x="3362413" y="960120"/>
                  <a:pt x="3341372" y="960120"/>
                </a:cubicBezTo>
                <a:lnTo>
                  <a:pt x="38098" y="960120"/>
                </a:lnTo>
                <a:cubicBezTo>
                  <a:pt x="17057" y="960120"/>
                  <a:pt x="0" y="943063"/>
                  <a:pt x="0" y="92202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2332">
              <a:alpha val="5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409361" y="5158741"/>
            <a:ext cx="32099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Visualisations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447461" y="5417823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23813" y="42863"/>
                </a:moveTo>
                <a:cubicBezTo>
                  <a:pt x="36955" y="42863"/>
                  <a:pt x="47625" y="32192"/>
                  <a:pt x="47625" y="19050"/>
                </a:cubicBezTo>
                <a:cubicBezTo>
                  <a:pt x="47625" y="5908"/>
                  <a:pt x="36955" y="-4762"/>
                  <a:pt x="23813" y="-4762"/>
                </a:cubicBezTo>
                <a:cubicBezTo>
                  <a:pt x="10670" y="-4762"/>
                  <a:pt x="0" y="5908"/>
                  <a:pt x="0" y="19050"/>
                </a:cubicBezTo>
                <a:cubicBezTo>
                  <a:pt x="0" y="32192"/>
                  <a:pt x="10670" y="42863"/>
                  <a:pt x="23812" y="42863"/>
                </a:cubicBezTo>
                <a:close/>
                <a:moveTo>
                  <a:pt x="23813" y="100013"/>
                </a:moveTo>
                <a:cubicBezTo>
                  <a:pt x="36955" y="100013"/>
                  <a:pt x="47625" y="89342"/>
                  <a:pt x="47625" y="76200"/>
                </a:cubicBezTo>
                <a:cubicBezTo>
                  <a:pt x="47625" y="63058"/>
                  <a:pt x="36955" y="52388"/>
                  <a:pt x="23813" y="52388"/>
                </a:cubicBezTo>
                <a:cubicBezTo>
                  <a:pt x="10670" y="52388"/>
                  <a:pt x="0" y="63058"/>
                  <a:pt x="0" y="76200"/>
                </a:cubicBezTo>
                <a:cubicBezTo>
                  <a:pt x="0" y="89342"/>
                  <a:pt x="10670" y="100013"/>
                  <a:pt x="23812" y="100013"/>
                </a:cubicBezTo>
                <a:close/>
                <a:moveTo>
                  <a:pt x="23813" y="140494"/>
                </a:moveTo>
                <a:cubicBezTo>
                  <a:pt x="19854" y="140494"/>
                  <a:pt x="16669" y="137309"/>
                  <a:pt x="16669" y="133350"/>
                </a:cubicBezTo>
                <a:cubicBezTo>
                  <a:pt x="16669" y="129391"/>
                  <a:pt x="19854" y="126206"/>
                  <a:pt x="23813" y="126206"/>
                </a:cubicBezTo>
                <a:cubicBezTo>
                  <a:pt x="27771" y="126206"/>
                  <a:pt x="30956" y="129391"/>
                  <a:pt x="30956" y="133350"/>
                </a:cubicBezTo>
                <a:cubicBezTo>
                  <a:pt x="30956" y="137309"/>
                  <a:pt x="27771" y="140494"/>
                  <a:pt x="23813" y="140494"/>
                </a:cubicBezTo>
                <a:close/>
                <a:moveTo>
                  <a:pt x="23813" y="157163"/>
                </a:moveTo>
                <a:cubicBezTo>
                  <a:pt x="36969" y="157163"/>
                  <a:pt x="47625" y="146506"/>
                  <a:pt x="47625" y="133350"/>
                </a:cubicBezTo>
                <a:cubicBezTo>
                  <a:pt x="47625" y="120194"/>
                  <a:pt x="36969" y="109537"/>
                  <a:pt x="23813" y="109537"/>
                </a:cubicBezTo>
                <a:cubicBezTo>
                  <a:pt x="10656" y="109537"/>
                  <a:pt x="0" y="120194"/>
                  <a:pt x="0" y="133350"/>
                </a:cubicBezTo>
                <a:cubicBezTo>
                  <a:pt x="0" y="146506"/>
                  <a:pt x="10656" y="157163"/>
                  <a:pt x="23813" y="157163"/>
                </a:cubicBezTo>
                <a:close/>
                <a:moveTo>
                  <a:pt x="97631" y="133350"/>
                </a:moveTo>
                <a:cubicBezTo>
                  <a:pt x="97631" y="137309"/>
                  <a:pt x="94446" y="140494"/>
                  <a:pt x="90488" y="140494"/>
                </a:cubicBezTo>
                <a:cubicBezTo>
                  <a:pt x="86529" y="140494"/>
                  <a:pt x="83344" y="137309"/>
                  <a:pt x="83344" y="133350"/>
                </a:cubicBezTo>
                <a:cubicBezTo>
                  <a:pt x="83344" y="129391"/>
                  <a:pt x="86529" y="126206"/>
                  <a:pt x="90488" y="126206"/>
                </a:cubicBezTo>
                <a:cubicBezTo>
                  <a:pt x="94446" y="126206"/>
                  <a:pt x="97631" y="129391"/>
                  <a:pt x="97631" y="133350"/>
                </a:cubicBezTo>
                <a:close/>
                <a:moveTo>
                  <a:pt x="114300" y="133350"/>
                </a:moveTo>
                <a:cubicBezTo>
                  <a:pt x="114300" y="120194"/>
                  <a:pt x="103644" y="109537"/>
                  <a:pt x="90488" y="109537"/>
                </a:cubicBezTo>
                <a:cubicBezTo>
                  <a:pt x="77331" y="109537"/>
                  <a:pt x="66675" y="120194"/>
                  <a:pt x="66675" y="133350"/>
                </a:cubicBezTo>
                <a:cubicBezTo>
                  <a:pt x="66675" y="146506"/>
                  <a:pt x="77331" y="157163"/>
                  <a:pt x="90488" y="157163"/>
                </a:cubicBezTo>
                <a:cubicBezTo>
                  <a:pt x="103644" y="157163"/>
                  <a:pt x="114300" y="146506"/>
                  <a:pt x="114300" y="133350"/>
                </a:cubicBezTo>
                <a:close/>
                <a:moveTo>
                  <a:pt x="90488" y="69056"/>
                </a:moveTo>
                <a:cubicBezTo>
                  <a:pt x="94430" y="69056"/>
                  <a:pt x="97631" y="72257"/>
                  <a:pt x="97631" y="76200"/>
                </a:cubicBezTo>
                <a:cubicBezTo>
                  <a:pt x="97631" y="80143"/>
                  <a:pt x="94430" y="83344"/>
                  <a:pt x="90488" y="83344"/>
                </a:cubicBezTo>
                <a:cubicBezTo>
                  <a:pt x="86545" y="83344"/>
                  <a:pt x="83344" y="80143"/>
                  <a:pt x="83344" y="76200"/>
                </a:cubicBezTo>
                <a:cubicBezTo>
                  <a:pt x="83344" y="72257"/>
                  <a:pt x="86545" y="69056"/>
                  <a:pt x="90488" y="69056"/>
                </a:cubicBezTo>
                <a:close/>
                <a:moveTo>
                  <a:pt x="90488" y="100013"/>
                </a:moveTo>
                <a:cubicBezTo>
                  <a:pt x="103630" y="100013"/>
                  <a:pt x="114300" y="89342"/>
                  <a:pt x="114300" y="76200"/>
                </a:cubicBezTo>
                <a:cubicBezTo>
                  <a:pt x="114300" y="63058"/>
                  <a:pt x="103630" y="52388"/>
                  <a:pt x="90488" y="52388"/>
                </a:cubicBezTo>
                <a:cubicBezTo>
                  <a:pt x="77345" y="52388"/>
                  <a:pt x="66675" y="63058"/>
                  <a:pt x="66675" y="76200"/>
                </a:cubicBezTo>
                <a:cubicBezTo>
                  <a:pt x="66675" y="89342"/>
                  <a:pt x="77345" y="100013"/>
                  <a:pt x="90488" y="100013"/>
                </a:cubicBezTo>
                <a:close/>
                <a:moveTo>
                  <a:pt x="90488" y="42863"/>
                </a:moveTo>
                <a:cubicBezTo>
                  <a:pt x="103630" y="42863"/>
                  <a:pt x="114300" y="32192"/>
                  <a:pt x="114300" y="19050"/>
                </a:cubicBezTo>
                <a:cubicBezTo>
                  <a:pt x="114300" y="5908"/>
                  <a:pt x="103630" y="-4762"/>
                  <a:pt x="90488" y="-4762"/>
                </a:cubicBezTo>
                <a:cubicBezTo>
                  <a:pt x="77345" y="-4762"/>
                  <a:pt x="66675" y="5908"/>
                  <a:pt x="66675" y="19050"/>
                </a:cubicBezTo>
                <a:cubicBezTo>
                  <a:pt x="66675" y="32192"/>
                  <a:pt x="77345" y="42863"/>
                  <a:pt x="90488" y="42863"/>
                </a:cubicBez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657011" y="5387341"/>
            <a:ext cx="2971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Scatter Plot + Trend Line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428411" y="568452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14794" y="9525"/>
                  <a:pt x="19050" y="13781"/>
                  <a:pt x="19050" y="19050"/>
                </a:cubicBez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142875" y="123825"/>
                </a:lnTo>
                <a:cubicBezTo>
                  <a:pt x="148144" y="123825"/>
                  <a:pt x="152400" y="128081"/>
                  <a:pt x="152400" y="133350"/>
                </a:cubicBezTo>
                <a:cubicBezTo>
                  <a:pt x="152400" y="138619"/>
                  <a:pt x="148144" y="142875"/>
                  <a:pt x="142875" y="142875"/>
                </a:cubicBezTo>
                <a:lnTo>
                  <a:pt x="23813" y="142875"/>
                </a:lnTo>
                <a:cubicBezTo>
                  <a:pt x="10656" y="142875"/>
                  <a:pt x="0" y="132219"/>
                  <a:pt x="0" y="119062"/>
                </a:cubicBezTo>
                <a:lnTo>
                  <a:pt x="0" y="19050"/>
                </a:lnTo>
                <a:cubicBezTo>
                  <a:pt x="0" y="13781"/>
                  <a:pt x="4256" y="9525"/>
                  <a:pt x="9525" y="9525"/>
                </a:cubicBezTo>
                <a:close/>
                <a:moveTo>
                  <a:pt x="38100" y="28575"/>
                </a:moveTo>
                <a:cubicBezTo>
                  <a:pt x="38100" y="23306"/>
                  <a:pt x="42356" y="19050"/>
                  <a:pt x="47625" y="19050"/>
                </a:cubicBezTo>
                <a:lnTo>
                  <a:pt x="104775" y="19050"/>
                </a:lnTo>
                <a:cubicBezTo>
                  <a:pt x="110044" y="19050"/>
                  <a:pt x="114300" y="23306"/>
                  <a:pt x="114300" y="28575"/>
                </a:cubicBezTo>
                <a:cubicBezTo>
                  <a:pt x="114300" y="33844"/>
                  <a:pt x="110044" y="38100"/>
                  <a:pt x="104775" y="38100"/>
                </a:cubicBezTo>
                <a:lnTo>
                  <a:pt x="47625" y="38100"/>
                </a:lnTo>
                <a:cubicBezTo>
                  <a:pt x="42356" y="38100"/>
                  <a:pt x="38100" y="33844"/>
                  <a:pt x="38100" y="28575"/>
                </a:cubicBezTo>
                <a:close/>
                <a:moveTo>
                  <a:pt x="47625" y="52388"/>
                </a:moveTo>
                <a:lnTo>
                  <a:pt x="85725" y="52388"/>
                </a:lnTo>
                <a:cubicBezTo>
                  <a:pt x="90994" y="52388"/>
                  <a:pt x="95250" y="56644"/>
                  <a:pt x="95250" y="61912"/>
                </a:cubicBezTo>
                <a:cubicBezTo>
                  <a:pt x="95250" y="67181"/>
                  <a:pt x="90994" y="71438"/>
                  <a:pt x="85725" y="71438"/>
                </a:cubicBezTo>
                <a:lnTo>
                  <a:pt x="47625" y="71438"/>
                </a:lnTo>
                <a:cubicBezTo>
                  <a:pt x="42356" y="71438"/>
                  <a:pt x="38100" y="67181"/>
                  <a:pt x="38100" y="61912"/>
                </a:cubicBezTo>
                <a:cubicBezTo>
                  <a:pt x="38100" y="56644"/>
                  <a:pt x="42356" y="52388"/>
                  <a:pt x="47625" y="52388"/>
                </a:cubicBezTo>
                <a:close/>
                <a:moveTo>
                  <a:pt x="47625" y="85725"/>
                </a:moveTo>
                <a:lnTo>
                  <a:pt x="123825" y="85725"/>
                </a:lnTo>
                <a:cubicBezTo>
                  <a:pt x="129094" y="85725"/>
                  <a:pt x="133350" y="89981"/>
                  <a:pt x="133350" y="95250"/>
                </a:cubicBezTo>
                <a:cubicBezTo>
                  <a:pt x="133350" y="100519"/>
                  <a:pt x="129094" y="104775"/>
                  <a:pt x="123825" y="104775"/>
                </a:cubicBezTo>
                <a:lnTo>
                  <a:pt x="47625" y="104775"/>
                </a:lnTo>
                <a:cubicBezTo>
                  <a:pt x="42356" y="104775"/>
                  <a:pt x="38100" y="100519"/>
                  <a:pt x="38100" y="95250"/>
                </a:cubicBezTo>
                <a:cubicBezTo>
                  <a:pt x="38100" y="89981"/>
                  <a:pt x="42356" y="85725"/>
                  <a:pt x="47625" y="85725"/>
                </a:cubicBezTo>
                <a:close/>
              </a:path>
            </a:pathLst>
          </a:custGeom>
          <a:solidFill>
            <a:srgbClr val="788A9C"/>
          </a:solidFill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657011" y="5654041"/>
            <a:ext cx="2971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Grouped Bar Chart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992071" y="2000251"/>
            <a:ext cx="3703320" cy="4160520"/>
          </a:xfrm>
          <a:custGeom>
            <a:avLst/>
            <a:gdLst/>
            <a:ahLst/>
            <a:cxnLst/>
            <a:rect l="l" t="t" r="r" b="b"/>
            <a:pathLst>
              <a:path w="3703320" h="4160520">
                <a:moveTo>
                  <a:pt x="76214" y="0"/>
                </a:moveTo>
                <a:lnTo>
                  <a:pt x="3627106" y="0"/>
                </a:lnTo>
                <a:cubicBezTo>
                  <a:pt x="3669198" y="0"/>
                  <a:pt x="3703320" y="34122"/>
                  <a:pt x="3703320" y="76214"/>
                </a:cubicBezTo>
                <a:lnTo>
                  <a:pt x="3703320" y="4084306"/>
                </a:lnTo>
                <a:cubicBezTo>
                  <a:pt x="3703320" y="4126398"/>
                  <a:pt x="3669198" y="4160520"/>
                  <a:pt x="3627106" y="4160520"/>
                </a:cubicBezTo>
                <a:lnTo>
                  <a:pt x="76214" y="4160520"/>
                </a:lnTo>
                <a:cubicBezTo>
                  <a:pt x="34122" y="4160520"/>
                  <a:pt x="0" y="4126398"/>
                  <a:pt x="0" y="4084306"/>
                </a:cubicBezTo>
                <a:lnTo>
                  <a:pt x="0" y="76214"/>
                </a:lnTo>
                <a:cubicBezTo>
                  <a:pt x="0" y="34150"/>
                  <a:pt x="34150" y="0"/>
                  <a:pt x="76214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148281" y="215645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74C3C"/>
          </a:solidFill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8293537" y="2289809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0"/>
                </a:moveTo>
                <a:cubicBezTo>
                  <a:pt x="76758" y="0"/>
                  <a:pt x="71438" y="5321"/>
                  <a:pt x="71438" y="11906"/>
                </a:cubicBezTo>
                <a:lnTo>
                  <a:pt x="71438" y="13097"/>
                </a:lnTo>
                <a:cubicBezTo>
                  <a:pt x="44276" y="18604"/>
                  <a:pt x="23812" y="42639"/>
                  <a:pt x="23812" y="71438"/>
                </a:cubicBezTo>
                <a:lnTo>
                  <a:pt x="23812" y="79511"/>
                </a:lnTo>
                <a:cubicBezTo>
                  <a:pt x="23812" y="97408"/>
                  <a:pt x="17711" y="114784"/>
                  <a:pt x="6548" y="128774"/>
                </a:cubicBezTo>
                <a:lnTo>
                  <a:pt x="2902" y="133313"/>
                </a:lnTo>
                <a:cubicBezTo>
                  <a:pt x="1005" y="135657"/>
                  <a:pt x="0" y="138559"/>
                  <a:pt x="0" y="141573"/>
                </a:cubicBezTo>
                <a:cubicBezTo>
                  <a:pt x="0" y="148865"/>
                  <a:pt x="5916" y="154781"/>
                  <a:pt x="13208" y="154781"/>
                </a:cubicBezTo>
                <a:lnTo>
                  <a:pt x="153442" y="154781"/>
                </a:lnTo>
                <a:cubicBezTo>
                  <a:pt x="160734" y="154781"/>
                  <a:pt x="166650" y="148865"/>
                  <a:pt x="166650" y="141573"/>
                </a:cubicBezTo>
                <a:cubicBezTo>
                  <a:pt x="166650" y="138559"/>
                  <a:pt x="165646" y="135657"/>
                  <a:pt x="163748" y="133313"/>
                </a:cubicBezTo>
                <a:lnTo>
                  <a:pt x="160102" y="128774"/>
                </a:lnTo>
                <a:cubicBezTo>
                  <a:pt x="148977" y="114784"/>
                  <a:pt x="142875" y="97408"/>
                  <a:pt x="142875" y="79511"/>
                </a:cubicBezTo>
                <a:lnTo>
                  <a:pt x="142875" y="71438"/>
                </a:lnTo>
                <a:cubicBezTo>
                  <a:pt x="142875" y="42639"/>
                  <a:pt x="122411" y="18604"/>
                  <a:pt x="95250" y="13097"/>
                </a:cubicBezTo>
                <a:lnTo>
                  <a:pt x="95250" y="11906"/>
                </a:lnTo>
                <a:cubicBezTo>
                  <a:pt x="95250" y="5321"/>
                  <a:pt x="89929" y="0"/>
                  <a:pt x="83344" y="0"/>
                </a:cubicBezTo>
                <a:close/>
                <a:moveTo>
                  <a:pt x="60275" y="172641"/>
                </a:moveTo>
                <a:cubicBezTo>
                  <a:pt x="62917" y="182910"/>
                  <a:pt x="72256" y="190500"/>
                  <a:pt x="83344" y="190500"/>
                </a:cubicBezTo>
                <a:cubicBezTo>
                  <a:pt x="94431" y="190500"/>
                  <a:pt x="103770" y="182910"/>
                  <a:pt x="106412" y="172641"/>
                </a:cubicBezTo>
                <a:lnTo>
                  <a:pt x="60275" y="172641"/>
                </a:lnTo>
                <a:close/>
              </a:path>
            </a:pathLst>
          </a:custGeom>
          <a:solidFill>
            <a:srgbClr val="E8ECEF"/>
          </a:solidFill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719781" y="2251709"/>
            <a:ext cx="2232471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C. Performance Alerts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148281" y="2766059"/>
            <a:ext cx="200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74C3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▸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351877" y="2727959"/>
            <a:ext cx="32575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Threshold setting:</a:t>
            </a: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 Admin defines percentage cutoff (e.g., 60%)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148281" y="3299459"/>
            <a:ext cx="200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74C3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▸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351877" y="3261359"/>
            <a:ext cx="32575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At-risk identification:</a:t>
            </a: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 Students below threshold flagged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148281" y="3832859"/>
            <a:ext cx="200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74C3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▸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351877" y="3794759"/>
            <a:ext cx="32575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Subject analysis:</a:t>
            </a: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 Weakest and strongest subjects identified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148281" y="4366259"/>
            <a:ext cx="200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74C3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▸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351877" y="4328159"/>
            <a:ext cx="32575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Intervention suggestions:</a:t>
            </a: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 Tutoring, ECA reduction, targets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152091" y="5040633"/>
            <a:ext cx="3379470" cy="960120"/>
          </a:xfrm>
          <a:custGeom>
            <a:avLst/>
            <a:gdLst/>
            <a:ahLst/>
            <a:cxnLst/>
            <a:rect l="l" t="t" r="r" b="b"/>
            <a:pathLst>
              <a:path w="3379470" h="960120">
                <a:moveTo>
                  <a:pt x="38098" y="0"/>
                </a:moveTo>
                <a:lnTo>
                  <a:pt x="3341372" y="0"/>
                </a:lnTo>
                <a:cubicBezTo>
                  <a:pt x="3362413" y="0"/>
                  <a:pt x="3379470" y="17057"/>
                  <a:pt x="3379470" y="38098"/>
                </a:cubicBezTo>
                <a:lnTo>
                  <a:pt x="3379470" y="922022"/>
                </a:lnTo>
                <a:cubicBezTo>
                  <a:pt x="3379470" y="943063"/>
                  <a:pt x="3362413" y="960120"/>
                  <a:pt x="3341372" y="960120"/>
                </a:cubicBezTo>
                <a:lnTo>
                  <a:pt x="38098" y="960120"/>
                </a:lnTo>
                <a:cubicBezTo>
                  <a:pt x="17057" y="960120"/>
                  <a:pt x="0" y="943063"/>
                  <a:pt x="0" y="92202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2332">
              <a:alpha val="50196"/>
            </a:srgbClr>
          </a:solidFill>
          <a:ln w="10160">
            <a:solidFill>
              <a:srgbClr val="E74C3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8270200" y="5158741"/>
            <a:ext cx="32099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Visualisation Type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289250" y="541782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14794" y="9525"/>
                  <a:pt x="19050" y="13781"/>
                  <a:pt x="19050" y="19050"/>
                </a:cubicBez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142875" y="123825"/>
                </a:lnTo>
                <a:cubicBezTo>
                  <a:pt x="148144" y="123825"/>
                  <a:pt x="152400" y="128081"/>
                  <a:pt x="152400" y="133350"/>
                </a:cubicBezTo>
                <a:cubicBezTo>
                  <a:pt x="152400" y="138619"/>
                  <a:pt x="148144" y="142875"/>
                  <a:pt x="142875" y="142875"/>
                </a:cubicBezTo>
                <a:lnTo>
                  <a:pt x="23813" y="142875"/>
                </a:lnTo>
                <a:cubicBezTo>
                  <a:pt x="10656" y="142875"/>
                  <a:pt x="0" y="132219"/>
                  <a:pt x="0" y="119062"/>
                </a:cubicBezTo>
                <a:lnTo>
                  <a:pt x="0" y="19050"/>
                </a:lnTo>
                <a:cubicBezTo>
                  <a:pt x="0" y="13781"/>
                  <a:pt x="4256" y="9525"/>
                  <a:pt x="9525" y="9525"/>
                </a:cubicBezTo>
                <a:close/>
                <a:moveTo>
                  <a:pt x="38100" y="28575"/>
                </a:moveTo>
                <a:cubicBezTo>
                  <a:pt x="38100" y="23306"/>
                  <a:pt x="42356" y="19050"/>
                  <a:pt x="47625" y="19050"/>
                </a:cubicBezTo>
                <a:lnTo>
                  <a:pt x="104775" y="19050"/>
                </a:lnTo>
                <a:cubicBezTo>
                  <a:pt x="110044" y="19050"/>
                  <a:pt x="114300" y="23306"/>
                  <a:pt x="114300" y="28575"/>
                </a:cubicBezTo>
                <a:cubicBezTo>
                  <a:pt x="114300" y="33844"/>
                  <a:pt x="110044" y="38100"/>
                  <a:pt x="104775" y="38100"/>
                </a:cubicBezTo>
                <a:lnTo>
                  <a:pt x="47625" y="38100"/>
                </a:lnTo>
                <a:cubicBezTo>
                  <a:pt x="42356" y="38100"/>
                  <a:pt x="38100" y="33844"/>
                  <a:pt x="38100" y="28575"/>
                </a:cubicBezTo>
                <a:close/>
                <a:moveTo>
                  <a:pt x="47625" y="52388"/>
                </a:moveTo>
                <a:lnTo>
                  <a:pt x="85725" y="52388"/>
                </a:lnTo>
                <a:cubicBezTo>
                  <a:pt x="90994" y="52388"/>
                  <a:pt x="95250" y="56644"/>
                  <a:pt x="95250" y="61912"/>
                </a:cubicBezTo>
                <a:cubicBezTo>
                  <a:pt x="95250" y="67181"/>
                  <a:pt x="90994" y="71438"/>
                  <a:pt x="85725" y="71438"/>
                </a:cubicBezTo>
                <a:lnTo>
                  <a:pt x="47625" y="71438"/>
                </a:lnTo>
                <a:cubicBezTo>
                  <a:pt x="42356" y="71438"/>
                  <a:pt x="38100" y="67181"/>
                  <a:pt x="38100" y="61912"/>
                </a:cubicBezTo>
                <a:cubicBezTo>
                  <a:pt x="38100" y="56644"/>
                  <a:pt x="42356" y="52388"/>
                  <a:pt x="47625" y="52388"/>
                </a:cubicBezTo>
                <a:close/>
                <a:moveTo>
                  <a:pt x="47625" y="85725"/>
                </a:moveTo>
                <a:lnTo>
                  <a:pt x="123825" y="85725"/>
                </a:lnTo>
                <a:cubicBezTo>
                  <a:pt x="129094" y="85725"/>
                  <a:pt x="133350" y="89981"/>
                  <a:pt x="133350" y="95250"/>
                </a:cubicBezTo>
                <a:cubicBezTo>
                  <a:pt x="133350" y="100519"/>
                  <a:pt x="129094" y="104775"/>
                  <a:pt x="123825" y="104775"/>
                </a:cubicBezTo>
                <a:lnTo>
                  <a:pt x="47625" y="104775"/>
                </a:lnTo>
                <a:cubicBezTo>
                  <a:pt x="42356" y="104775"/>
                  <a:pt x="38100" y="100519"/>
                  <a:pt x="38100" y="95250"/>
                </a:cubicBezTo>
                <a:cubicBezTo>
                  <a:pt x="38100" y="89981"/>
                  <a:pt x="42356" y="85725"/>
                  <a:pt x="47625" y="85725"/>
                </a:cubicBezTo>
                <a:close/>
              </a:path>
            </a:pathLst>
          </a:custGeom>
          <a:solidFill>
            <a:srgbClr val="E74C3C"/>
          </a:solidFill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8517850" y="5387341"/>
            <a:ext cx="2971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Horizontal Bar Chart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270200" y="5654041"/>
            <a:ext cx="3219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Red = below threshold | Green = above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266700" y="6168392"/>
            <a:ext cx="11430000" cy="7620"/>
          </a:xfrm>
          <a:custGeom>
            <a:avLst/>
            <a:gdLst/>
            <a:ahLst/>
            <a:cxnLst/>
            <a:rect l="l" t="t" r="r" b="b"/>
            <a:pathLst>
              <a:path w="11430000" h="7620">
                <a:moveTo>
                  <a:pt x="0" y="0"/>
                </a:moveTo>
                <a:lnTo>
                  <a:pt x="11430000" y="0"/>
                </a:lnTo>
                <a:lnTo>
                  <a:pt x="114300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15C6A5-8786-3648-3E9A-2D1AABC5C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041" y="4307171"/>
            <a:ext cx="2891626" cy="47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921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4E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05 - Data Visualisations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66700" y="6858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Chart Types &amp; Implementation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66700" y="1257300"/>
            <a:ext cx="1066800" cy="38100"/>
          </a:xfrm>
          <a:custGeom>
            <a:avLst/>
            <a:gdLst/>
            <a:ahLst/>
            <a:cxnLst/>
            <a:rect l="l" t="t" r="r" b="b"/>
            <a:pathLst>
              <a:path w="1066800" h="38100">
                <a:moveTo>
                  <a:pt x="0" y="0"/>
                </a:moveTo>
                <a:lnTo>
                  <a:pt x="1066800" y="0"/>
                </a:lnTo>
                <a:lnTo>
                  <a:pt x="1066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2004061"/>
            <a:ext cx="2148840" cy="2977515"/>
          </a:xfrm>
          <a:custGeom>
            <a:avLst/>
            <a:gdLst/>
            <a:ahLst/>
            <a:cxnLst/>
            <a:rect l="l" t="t" r="r" b="b"/>
            <a:pathLst>
              <a:path w="2148840" h="2977515">
                <a:moveTo>
                  <a:pt x="76198" y="0"/>
                </a:moveTo>
                <a:lnTo>
                  <a:pt x="2072642" y="0"/>
                </a:lnTo>
                <a:cubicBezTo>
                  <a:pt x="2114725" y="0"/>
                  <a:pt x="2148840" y="34115"/>
                  <a:pt x="2148840" y="76198"/>
                </a:cubicBezTo>
                <a:lnTo>
                  <a:pt x="2148840" y="2901317"/>
                </a:lnTo>
                <a:cubicBezTo>
                  <a:pt x="2148840" y="2943400"/>
                  <a:pt x="2114725" y="2977515"/>
                  <a:pt x="2072642" y="2977515"/>
                </a:cubicBezTo>
                <a:lnTo>
                  <a:pt x="76198" y="2977515"/>
                </a:lnTo>
                <a:cubicBezTo>
                  <a:pt x="34115" y="2977515"/>
                  <a:pt x="0" y="2943400"/>
                  <a:pt x="0" y="290131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4E">
                  <a:alpha val="20000"/>
                </a:srgbClr>
              </a:gs>
              <a:gs pos="100000">
                <a:srgbClr val="D4A24E">
                  <a:alpha val="5000"/>
                </a:srgbClr>
              </a:gs>
            </a:gsLst>
            <a:lin ang="2700000" scaled="1"/>
          </a:gradFill>
          <a:ln w="20320">
            <a:solidFill>
              <a:srgbClr val="D4A2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34340" y="216408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91478" y="2164082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2332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91540" y="2240282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Grade Bar Chart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4340" y="2659382"/>
            <a:ext cx="1905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Per-student display</a:t>
            </a: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 of subject marks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4340" y="3192782"/>
            <a:ext cx="1905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Color-coded bars</a:t>
            </a: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 by performance level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4340" y="3726182"/>
            <a:ext cx="1905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Average reference line</a:t>
            </a: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 across all subjects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4340" y="4476872"/>
            <a:ext cx="1828800" cy="7620"/>
          </a:xfrm>
          <a:custGeom>
            <a:avLst/>
            <a:gdLst/>
            <a:ahLst/>
            <a:cxnLst/>
            <a:rect l="l" t="t" r="r" b="b"/>
            <a:pathLst>
              <a:path w="1828800" h="7620">
                <a:moveTo>
                  <a:pt x="0" y="0"/>
                </a:moveTo>
                <a:lnTo>
                  <a:pt x="1828800" y="0"/>
                </a:lnTo>
                <a:lnTo>
                  <a:pt x="18288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3390" y="464832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8334" y="8334"/>
                </a:moveTo>
                <a:cubicBezTo>
                  <a:pt x="12944" y="8334"/>
                  <a:pt x="16669" y="12059"/>
                  <a:pt x="16669" y="16669"/>
                </a:cubicBezTo>
                <a:lnTo>
                  <a:pt x="16669" y="104180"/>
                </a:lnTo>
                <a:cubicBezTo>
                  <a:pt x="16669" y="106472"/>
                  <a:pt x="18544" y="108347"/>
                  <a:pt x="20836" y="108347"/>
                </a:cubicBezTo>
                <a:lnTo>
                  <a:pt x="125016" y="108347"/>
                </a:lnTo>
                <a:cubicBezTo>
                  <a:pt x="129626" y="108347"/>
                  <a:pt x="133350" y="112071"/>
                  <a:pt x="133350" y="116681"/>
                </a:cubicBezTo>
                <a:cubicBezTo>
                  <a:pt x="133350" y="121291"/>
                  <a:pt x="129626" y="125016"/>
                  <a:pt x="125016" y="125016"/>
                </a:cubicBezTo>
                <a:lnTo>
                  <a:pt x="20836" y="125016"/>
                </a:lnTo>
                <a:cubicBezTo>
                  <a:pt x="9324" y="125016"/>
                  <a:pt x="0" y="115692"/>
                  <a:pt x="0" y="104180"/>
                </a:cubicBezTo>
                <a:lnTo>
                  <a:pt x="0" y="16669"/>
                </a:lnTo>
                <a:cubicBezTo>
                  <a:pt x="0" y="12059"/>
                  <a:pt x="3724" y="8334"/>
                  <a:pt x="8334" y="8334"/>
                </a:cubicBezTo>
                <a:close/>
                <a:moveTo>
                  <a:pt x="33337" y="25003"/>
                </a:moveTo>
                <a:cubicBezTo>
                  <a:pt x="33337" y="20393"/>
                  <a:pt x="37062" y="16669"/>
                  <a:pt x="41672" y="16669"/>
                </a:cubicBezTo>
                <a:lnTo>
                  <a:pt x="91678" y="16669"/>
                </a:lnTo>
                <a:cubicBezTo>
                  <a:pt x="96288" y="16669"/>
                  <a:pt x="100013" y="20393"/>
                  <a:pt x="100013" y="25003"/>
                </a:cubicBezTo>
                <a:cubicBezTo>
                  <a:pt x="100013" y="29613"/>
                  <a:pt x="96288" y="33337"/>
                  <a:pt x="91678" y="33337"/>
                </a:cubicBezTo>
                <a:lnTo>
                  <a:pt x="41672" y="33337"/>
                </a:lnTo>
                <a:cubicBezTo>
                  <a:pt x="37062" y="33337"/>
                  <a:pt x="33337" y="29613"/>
                  <a:pt x="33337" y="25003"/>
                </a:cubicBezTo>
                <a:close/>
                <a:moveTo>
                  <a:pt x="41672" y="45839"/>
                </a:moveTo>
                <a:lnTo>
                  <a:pt x="75009" y="45839"/>
                </a:lnTo>
                <a:cubicBezTo>
                  <a:pt x="79619" y="45839"/>
                  <a:pt x="83344" y="49563"/>
                  <a:pt x="83344" y="54173"/>
                </a:cubicBezTo>
                <a:cubicBezTo>
                  <a:pt x="83344" y="58783"/>
                  <a:pt x="79619" y="62508"/>
                  <a:pt x="75009" y="62508"/>
                </a:cubicBezTo>
                <a:lnTo>
                  <a:pt x="41672" y="62508"/>
                </a:lnTo>
                <a:cubicBezTo>
                  <a:pt x="37062" y="62508"/>
                  <a:pt x="33337" y="58783"/>
                  <a:pt x="33337" y="54173"/>
                </a:cubicBezTo>
                <a:cubicBezTo>
                  <a:pt x="33337" y="49563"/>
                  <a:pt x="37062" y="45839"/>
                  <a:pt x="41672" y="45839"/>
                </a:cubicBezTo>
                <a:close/>
                <a:moveTo>
                  <a:pt x="41672" y="75009"/>
                </a:moveTo>
                <a:lnTo>
                  <a:pt x="108347" y="75009"/>
                </a:lnTo>
                <a:cubicBezTo>
                  <a:pt x="112957" y="75009"/>
                  <a:pt x="116681" y="78734"/>
                  <a:pt x="116681" y="83344"/>
                </a:cubicBezTo>
                <a:cubicBezTo>
                  <a:pt x="116681" y="87954"/>
                  <a:pt x="112957" y="91678"/>
                  <a:pt x="108347" y="91678"/>
                </a:cubicBezTo>
                <a:lnTo>
                  <a:pt x="41672" y="91678"/>
                </a:lnTo>
                <a:cubicBezTo>
                  <a:pt x="37062" y="91678"/>
                  <a:pt x="33337" y="87954"/>
                  <a:pt x="33337" y="83344"/>
                </a:cubicBezTo>
                <a:cubicBezTo>
                  <a:pt x="33337" y="78734"/>
                  <a:pt x="37062" y="75009"/>
                  <a:pt x="41672" y="75009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4365" y="4640698"/>
            <a:ext cx="63948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24E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Bar Chart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590800" y="2004061"/>
            <a:ext cx="2148840" cy="2977515"/>
          </a:xfrm>
          <a:custGeom>
            <a:avLst/>
            <a:gdLst/>
            <a:ahLst/>
            <a:cxnLst/>
            <a:rect l="l" t="t" r="r" b="b"/>
            <a:pathLst>
              <a:path w="2148840" h="2977515">
                <a:moveTo>
                  <a:pt x="76198" y="0"/>
                </a:moveTo>
                <a:lnTo>
                  <a:pt x="2072642" y="0"/>
                </a:lnTo>
                <a:cubicBezTo>
                  <a:pt x="2114725" y="0"/>
                  <a:pt x="2148840" y="34115"/>
                  <a:pt x="2148840" y="76198"/>
                </a:cubicBezTo>
                <a:lnTo>
                  <a:pt x="2148840" y="2901317"/>
                </a:lnTo>
                <a:cubicBezTo>
                  <a:pt x="2148840" y="2943400"/>
                  <a:pt x="2114725" y="2977515"/>
                  <a:pt x="2072642" y="2977515"/>
                </a:cubicBezTo>
                <a:lnTo>
                  <a:pt x="76198" y="2977515"/>
                </a:lnTo>
                <a:cubicBezTo>
                  <a:pt x="34115" y="2977515"/>
                  <a:pt x="0" y="2943400"/>
                  <a:pt x="0" y="290131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20320">
            <a:solidFill>
              <a:srgbClr val="4A6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50820" y="216408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07958" y="2164082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08020" y="2240282"/>
            <a:ext cx="9810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Grade Trends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750820" y="2659382"/>
            <a:ext cx="1905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Multi-line chart</a:t>
            </a: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 showing all students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750820" y="3192782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5 subjects</a:t>
            </a: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 on x-axis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750820" y="3497582"/>
            <a:ext cx="1905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Class average</a:t>
            </a: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 dashed overlay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750820" y="4061459"/>
            <a:ext cx="1530787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Annotated data points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750820" y="4476872"/>
            <a:ext cx="1828800" cy="7620"/>
          </a:xfrm>
          <a:custGeom>
            <a:avLst/>
            <a:gdLst/>
            <a:ahLst/>
            <a:cxnLst/>
            <a:rect l="l" t="t" r="r" b="b"/>
            <a:pathLst>
              <a:path w="1828800" h="7620">
                <a:moveTo>
                  <a:pt x="0" y="0"/>
                </a:moveTo>
                <a:lnTo>
                  <a:pt x="1828800" y="0"/>
                </a:lnTo>
                <a:lnTo>
                  <a:pt x="18288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69870" y="464832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6669" y="16669"/>
                </a:moveTo>
                <a:cubicBezTo>
                  <a:pt x="16669" y="12059"/>
                  <a:pt x="12944" y="8334"/>
                  <a:pt x="8334" y="8334"/>
                </a:cubicBezTo>
                <a:cubicBezTo>
                  <a:pt x="3724" y="8334"/>
                  <a:pt x="0" y="12059"/>
                  <a:pt x="0" y="16669"/>
                </a:cubicBezTo>
                <a:lnTo>
                  <a:pt x="0" y="104180"/>
                </a:lnTo>
                <a:cubicBezTo>
                  <a:pt x="0" y="115692"/>
                  <a:pt x="9324" y="125016"/>
                  <a:pt x="20836" y="125016"/>
                </a:cubicBezTo>
                <a:lnTo>
                  <a:pt x="125016" y="125016"/>
                </a:lnTo>
                <a:cubicBezTo>
                  <a:pt x="129626" y="125016"/>
                  <a:pt x="133350" y="121291"/>
                  <a:pt x="133350" y="116681"/>
                </a:cubicBezTo>
                <a:cubicBezTo>
                  <a:pt x="133350" y="112071"/>
                  <a:pt x="129626" y="108347"/>
                  <a:pt x="125016" y="108347"/>
                </a:cubicBezTo>
                <a:lnTo>
                  <a:pt x="20836" y="108347"/>
                </a:lnTo>
                <a:cubicBezTo>
                  <a:pt x="18544" y="108347"/>
                  <a:pt x="16669" y="106472"/>
                  <a:pt x="16669" y="104180"/>
                </a:cubicBezTo>
                <a:lnTo>
                  <a:pt x="16669" y="16669"/>
                </a:lnTo>
                <a:close/>
                <a:moveTo>
                  <a:pt x="122567" y="39224"/>
                </a:moveTo>
                <a:cubicBezTo>
                  <a:pt x="125823" y="35968"/>
                  <a:pt x="125823" y="30681"/>
                  <a:pt x="122567" y="27425"/>
                </a:cubicBezTo>
                <a:cubicBezTo>
                  <a:pt x="119312" y="24170"/>
                  <a:pt x="114025" y="24170"/>
                  <a:pt x="110769" y="27425"/>
                </a:cubicBezTo>
                <a:lnTo>
                  <a:pt x="83344" y="54877"/>
                </a:lnTo>
                <a:lnTo>
                  <a:pt x="68394" y="39953"/>
                </a:lnTo>
                <a:cubicBezTo>
                  <a:pt x="65138" y="36697"/>
                  <a:pt x="59851" y="36697"/>
                  <a:pt x="56596" y="39953"/>
                </a:cubicBezTo>
                <a:lnTo>
                  <a:pt x="31592" y="64956"/>
                </a:lnTo>
                <a:cubicBezTo>
                  <a:pt x="28337" y="68212"/>
                  <a:pt x="28337" y="73499"/>
                  <a:pt x="31592" y="76754"/>
                </a:cubicBezTo>
                <a:cubicBezTo>
                  <a:pt x="34848" y="80010"/>
                  <a:pt x="40135" y="80010"/>
                  <a:pt x="43391" y="76754"/>
                </a:cubicBezTo>
                <a:lnTo>
                  <a:pt x="62508" y="57637"/>
                </a:lnTo>
                <a:lnTo>
                  <a:pt x="77458" y="72587"/>
                </a:lnTo>
                <a:cubicBezTo>
                  <a:pt x="80713" y="75843"/>
                  <a:pt x="86000" y="75843"/>
                  <a:pt x="89256" y="72587"/>
                </a:cubicBezTo>
                <a:lnTo>
                  <a:pt x="122593" y="39250"/>
                </a:ln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950845" y="4640698"/>
            <a:ext cx="687467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6C8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Line Chart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907280" y="2004061"/>
            <a:ext cx="2148840" cy="2977515"/>
          </a:xfrm>
          <a:custGeom>
            <a:avLst/>
            <a:gdLst/>
            <a:ahLst/>
            <a:cxnLst/>
            <a:rect l="l" t="t" r="r" b="b"/>
            <a:pathLst>
              <a:path w="2148840" h="2977515">
                <a:moveTo>
                  <a:pt x="76198" y="0"/>
                </a:moveTo>
                <a:lnTo>
                  <a:pt x="2072642" y="0"/>
                </a:lnTo>
                <a:cubicBezTo>
                  <a:pt x="2114725" y="0"/>
                  <a:pt x="2148840" y="34115"/>
                  <a:pt x="2148840" y="76198"/>
                </a:cubicBezTo>
                <a:lnTo>
                  <a:pt x="2148840" y="2901317"/>
                </a:lnTo>
                <a:cubicBezTo>
                  <a:pt x="2148840" y="2943400"/>
                  <a:pt x="2114725" y="2977515"/>
                  <a:pt x="2072642" y="2977515"/>
                </a:cubicBezTo>
                <a:lnTo>
                  <a:pt x="76198" y="2977515"/>
                </a:lnTo>
                <a:cubicBezTo>
                  <a:pt x="34115" y="2977515"/>
                  <a:pt x="0" y="2943400"/>
                  <a:pt x="0" y="290131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gradFill flip="none" rotWithShape="1">
            <a:gsLst>
              <a:gs pos="0">
                <a:srgbClr val="788A9C">
                  <a:alpha val="20000"/>
                </a:srgbClr>
              </a:gs>
              <a:gs pos="100000">
                <a:srgbClr val="788A9C">
                  <a:alpha val="5000"/>
                </a:srgbClr>
              </a:gs>
            </a:gsLst>
            <a:lin ang="2700000" scaled="1"/>
          </a:gradFill>
          <a:ln w="20320">
            <a:solidFill>
              <a:srgbClr val="788A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067300" y="216408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788A9C"/>
          </a:solidFill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4438" y="2164082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2332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524500" y="2240282"/>
            <a:ext cx="895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ECA Scatter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067300" y="2659382"/>
            <a:ext cx="1905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ECA count</a:t>
            </a: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 vs average grade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067300" y="3192782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Trend line</a:t>
            </a: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 with correlation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067300" y="3497582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Pearson-r label</a:t>
            </a: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 displayed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067300" y="4476872"/>
            <a:ext cx="1828800" cy="7620"/>
          </a:xfrm>
          <a:custGeom>
            <a:avLst/>
            <a:gdLst/>
            <a:ahLst/>
            <a:cxnLst/>
            <a:rect l="l" t="t" r="r" b="b"/>
            <a:pathLst>
              <a:path w="1828800" h="7620">
                <a:moveTo>
                  <a:pt x="0" y="0"/>
                </a:moveTo>
                <a:lnTo>
                  <a:pt x="1828800" y="0"/>
                </a:lnTo>
                <a:lnTo>
                  <a:pt x="18288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103019" y="4648321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20836" y="37505"/>
                </a:moveTo>
                <a:cubicBezTo>
                  <a:pt x="32336" y="37505"/>
                  <a:pt x="41672" y="28168"/>
                  <a:pt x="41672" y="16669"/>
                </a:cubicBezTo>
                <a:cubicBezTo>
                  <a:pt x="41672" y="5169"/>
                  <a:pt x="32336" y="-4167"/>
                  <a:pt x="20836" y="-4167"/>
                </a:cubicBezTo>
                <a:cubicBezTo>
                  <a:pt x="9336" y="-4167"/>
                  <a:pt x="0" y="5169"/>
                  <a:pt x="0" y="16669"/>
                </a:cubicBezTo>
                <a:cubicBezTo>
                  <a:pt x="0" y="28168"/>
                  <a:pt x="9336" y="37505"/>
                  <a:pt x="20836" y="37505"/>
                </a:cubicBezTo>
                <a:close/>
                <a:moveTo>
                  <a:pt x="20836" y="87511"/>
                </a:moveTo>
                <a:cubicBezTo>
                  <a:pt x="32336" y="87511"/>
                  <a:pt x="41672" y="78175"/>
                  <a:pt x="41672" y="66675"/>
                </a:cubicBezTo>
                <a:cubicBezTo>
                  <a:pt x="41672" y="55175"/>
                  <a:pt x="32336" y="45839"/>
                  <a:pt x="20836" y="45839"/>
                </a:cubicBezTo>
                <a:cubicBezTo>
                  <a:pt x="9336" y="45839"/>
                  <a:pt x="0" y="55175"/>
                  <a:pt x="0" y="66675"/>
                </a:cubicBezTo>
                <a:cubicBezTo>
                  <a:pt x="0" y="78175"/>
                  <a:pt x="9336" y="87511"/>
                  <a:pt x="20836" y="87511"/>
                </a:cubicBezTo>
                <a:close/>
                <a:moveTo>
                  <a:pt x="20836" y="122932"/>
                </a:moveTo>
                <a:cubicBezTo>
                  <a:pt x="17372" y="122932"/>
                  <a:pt x="14585" y="120145"/>
                  <a:pt x="14585" y="116681"/>
                </a:cubicBezTo>
                <a:cubicBezTo>
                  <a:pt x="14585" y="113217"/>
                  <a:pt x="17372" y="110430"/>
                  <a:pt x="20836" y="110430"/>
                </a:cubicBezTo>
                <a:cubicBezTo>
                  <a:pt x="24300" y="110430"/>
                  <a:pt x="27087" y="113217"/>
                  <a:pt x="27087" y="116681"/>
                </a:cubicBezTo>
                <a:cubicBezTo>
                  <a:pt x="27087" y="120145"/>
                  <a:pt x="24300" y="122932"/>
                  <a:pt x="20836" y="122932"/>
                </a:cubicBezTo>
                <a:close/>
                <a:moveTo>
                  <a:pt x="20836" y="137517"/>
                </a:moveTo>
                <a:cubicBezTo>
                  <a:pt x="32348" y="137517"/>
                  <a:pt x="41672" y="128193"/>
                  <a:pt x="41672" y="116681"/>
                </a:cubicBezTo>
                <a:cubicBezTo>
                  <a:pt x="41672" y="105169"/>
                  <a:pt x="32348" y="95845"/>
                  <a:pt x="20836" y="95845"/>
                </a:cubicBezTo>
                <a:cubicBezTo>
                  <a:pt x="9324" y="95845"/>
                  <a:pt x="0" y="105169"/>
                  <a:pt x="0" y="116681"/>
                </a:cubicBezTo>
                <a:cubicBezTo>
                  <a:pt x="0" y="128193"/>
                  <a:pt x="9324" y="137517"/>
                  <a:pt x="20836" y="137517"/>
                </a:cubicBezTo>
                <a:close/>
                <a:moveTo>
                  <a:pt x="85427" y="116681"/>
                </a:moveTo>
                <a:cubicBezTo>
                  <a:pt x="85427" y="120145"/>
                  <a:pt x="82641" y="122932"/>
                  <a:pt x="79177" y="122932"/>
                </a:cubicBezTo>
                <a:cubicBezTo>
                  <a:pt x="75713" y="122932"/>
                  <a:pt x="72926" y="120145"/>
                  <a:pt x="72926" y="116681"/>
                </a:cubicBezTo>
                <a:cubicBezTo>
                  <a:pt x="72926" y="113217"/>
                  <a:pt x="75713" y="110430"/>
                  <a:pt x="79177" y="110430"/>
                </a:cubicBezTo>
                <a:cubicBezTo>
                  <a:pt x="82641" y="110430"/>
                  <a:pt x="85427" y="113217"/>
                  <a:pt x="85427" y="116681"/>
                </a:cubicBezTo>
                <a:close/>
                <a:moveTo>
                  <a:pt x="100013" y="116681"/>
                </a:moveTo>
                <a:cubicBezTo>
                  <a:pt x="100013" y="105169"/>
                  <a:pt x="90688" y="95845"/>
                  <a:pt x="79177" y="95845"/>
                </a:cubicBezTo>
                <a:cubicBezTo>
                  <a:pt x="67665" y="95845"/>
                  <a:pt x="58341" y="105169"/>
                  <a:pt x="58341" y="116681"/>
                </a:cubicBezTo>
                <a:cubicBezTo>
                  <a:pt x="58341" y="128193"/>
                  <a:pt x="67665" y="137517"/>
                  <a:pt x="79177" y="137517"/>
                </a:cubicBezTo>
                <a:cubicBezTo>
                  <a:pt x="90688" y="137517"/>
                  <a:pt x="100013" y="128193"/>
                  <a:pt x="100013" y="116681"/>
                </a:cubicBezTo>
                <a:close/>
                <a:moveTo>
                  <a:pt x="79177" y="60424"/>
                </a:moveTo>
                <a:cubicBezTo>
                  <a:pt x="82626" y="60424"/>
                  <a:pt x="85427" y="63225"/>
                  <a:pt x="85427" y="66675"/>
                </a:cubicBezTo>
                <a:cubicBezTo>
                  <a:pt x="85427" y="70125"/>
                  <a:pt x="82626" y="72926"/>
                  <a:pt x="79177" y="72926"/>
                </a:cubicBezTo>
                <a:cubicBezTo>
                  <a:pt x="75727" y="72926"/>
                  <a:pt x="72926" y="70125"/>
                  <a:pt x="72926" y="66675"/>
                </a:cubicBezTo>
                <a:cubicBezTo>
                  <a:pt x="72926" y="63225"/>
                  <a:pt x="75727" y="60424"/>
                  <a:pt x="79177" y="60424"/>
                </a:cubicBezTo>
                <a:close/>
                <a:moveTo>
                  <a:pt x="79177" y="87511"/>
                </a:moveTo>
                <a:cubicBezTo>
                  <a:pt x="90676" y="87511"/>
                  <a:pt x="100013" y="78175"/>
                  <a:pt x="100013" y="66675"/>
                </a:cubicBezTo>
                <a:cubicBezTo>
                  <a:pt x="100013" y="55175"/>
                  <a:pt x="90676" y="45839"/>
                  <a:pt x="79177" y="45839"/>
                </a:cubicBezTo>
                <a:cubicBezTo>
                  <a:pt x="67677" y="45839"/>
                  <a:pt x="58341" y="55175"/>
                  <a:pt x="58341" y="66675"/>
                </a:cubicBezTo>
                <a:cubicBezTo>
                  <a:pt x="58341" y="78175"/>
                  <a:pt x="67677" y="87511"/>
                  <a:pt x="79177" y="87511"/>
                </a:cubicBezTo>
                <a:close/>
                <a:moveTo>
                  <a:pt x="79177" y="37505"/>
                </a:moveTo>
                <a:cubicBezTo>
                  <a:pt x="90676" y="37505"/>
                  <a:pt x="100013" y="28168"/>
                  <a:pt x="100013" y="16669"/>
                </a:cubicBezTo>
                <a:cubicBezTo>
                  <a:pt x="100013" y="5169"/>
                  <a:pt x="90676" y="-4167"/>
                  <a:pt x="79177" y="-4167"/>
                </a:cubicBezTo>
                <a:cubicBezTo>
                  <a:pt x="67677" y="-4167"/>
                  <a:pt x="58341" y="5169"/>
                  <a:pt x="58341" y="16669"/>
                </a:cubicBezTo>
                <a:cubicBezTo>
                  <a:pt x="58341" y="28168"/>
                  <a:pt x="67677" y="37505"/>
                  <a:pt x="79177" y="37505"/>
                </a:cubicBezTo>
                <a:close/>
              </a:path>
            </a:pathLst>
          </a:custGeom>
          <a:solidFill>
            <a:srgbClr val="788A9C"/>
          </a:solidFill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267325" y="4640698"/>
            <a:ext cx="762238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Scatter Plot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223760" y="2004061"/>
            <a:ext cx="2148840" cy="2977515"/>
          </a:xfrm>
          <a:custGeom>
            <a:avLst/>
            <a:gdLst/>
            <a:ahLst/>
            <a:cxnLst/>
            <a:rect l="l" t="t" r="r" b="b"/>
            <a:pathLst>
              <a:path w="2148840" h="2977515">
                <a:moveTo>
                  <a:pt x="76198" y="0"/>
                </a:moveTo>
                <a:lnTo>
                  <a:pt x="2072642" y="0"/>
                </a:lnTo>
                <a:cubicBezTo>
                  <a:pt x="2114725" y="0"/>
                  <a:pt x="2148840" y="34115"/>
                  <a:pt x="2148840" y="76198"/>
                </a:cubicBezTo>
                <a:lnTo>
                  <a:pt x="2148840" y="2901317"/>
                </a:lnTo>
                <a:cubicBezTo>
                  <a:pt x="2148840" y="2943400"/>
                  <a:pt x="2114725" y="2977515"/>
                  <a:pt x="2072642" y="2977515"/>
                </a:cubicBezTo>
                <a:lnTo>
                  <a:pt x="76198" y="2977515"/>
                </a:lnTo>
                <a:cubicBezTo>
                  <a:pt x="34115" y="2977515"/>
                  <a:pt x="0" y="2943400"/>
                  <a:pt x="0" y="290131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gradFill flip="none" rotWithShape="1">
            <a:gsLst>
              <a:gs pos="0">
                <a:srgbClr val="1D9E75">
                  <a:alpha val="20000"/>
                </a:srgbClr>
              </a:gs>
              <a:gs pos="100000">
                <a:srgbClr val="1D9E75">
                  <a:alpha val="5000"/>
                </a:srgbClr>
              </a:gs>
            </a:gsLst>
            <a:lin ang="2700000" scaled="1"/>
          </a:gradFill>
          <a:ln w="2032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383780" y="216408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D9E75"/>
          </a:solidFill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340918" y="2164082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4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840980" y="2240282"/>
            <a:ext cx="12477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ECA Grouped Bar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383780" y="2659382"/>
            <a:ext cx="1905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Side-by-side comparison</a:t>
            </a: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 per student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383780" y="3192782"/>
            <a:ext cx="1905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Grade vs ECA count</a:t>
            </a: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 dual bars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383780" y="3726182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Easy pattern identification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383780" y="4476872"/>
            <a:ext cx="1828800" cy="7620"/>
          </a:xfrm>
          <a:custGeom>
            <a:avLst/>
            <a:gdLst/>
            <a:ahLst/>
            <a:cxnLst/>
            <a:rect l="l" t="t" r="r" b="b"/>
            <a:pathLst>
              <a:path w="1828800" h="7620">
                <a:moveTo>
                  <a:pt x="0" y="0"/>
                </a:moveTo>
                <a:lnTo>
                  <a:pt x="1828800" y="0"/>
                </a:lnTo>
                <a:lnTo>
                  <a:pt x="18288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7402830" y="464832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8334" y="8334"/>
                </a:moveTo>
                <a:cubicBezTo>
                  <a:pt x="12944" y="8334"/>
                  <a:pt x="16669" y="12059"/>
                  <a:pt x="16669" y="16669"/>
                </a:cubicBezTo>
                <a:lnTo>
                  <a:pt x="16669" y="104180"/>
                </a:lnTo>
                <a:cubicBezTo>
                  <a:pt x="16669" y="106472"/>
                  <a:pt x="18544" y="108347"/>
                  <a:pt x="20836" y="108347"/>
                </a:cubicBezTo>
                <a:lnTo>
                  <a:pt x="125016" y="108347"/>
                </a:lnTo>
                <a:cubicBezTo>
                  <a:pt x="129626" y="108347"/>
                  <a:pt x="133350" y="112071"/>
                  <a:pt x="133350" y="116681"/>
                </a:cubicBezTo>
                <a:cubicBezTo>
                  <a:pt x="133350" y="121291"/>
                  <a:pt x="129626" y="125016"/>
                  <a:pt x="125016" y="125016"/>
                </a:cubicBezTo>
                <a:lnTo>
                  <a:pt x="20836" y="125016"/>
                </a:lnTo>
                <a:cubicBezTo>
                  <a:pt x="9324" y="125016"/>
                  <a:pt x="0" y="115692"/>
                  <a:pt x="0" y="104180"/>
                </a:cubicBezTo>
                <a:lnTo>
                  <a:pt x="0" y="16669"/>
                </a:lnTo>
                <a:cubicBezTo>
                  <a:pt x="0" y="12059"/>
                  <a:pt x="3724" y="8334"/>
                  <a:pt x="8334" y="8334"/>
                </a:cubicBezTo>
                <a:close/>
                <a:moveTo>
                  <a:pt x="33337" y="25003"/>
                </a:moveTo>
                <a:cubicBezTo>
                  <a:pt x="33337" y="20393"/>
                  <a:pt x="37062" y="16669"/>
                  <a:pt x="41672" y="16669"/>
                </a:cubicBezTo>
                <a:lnTo>
                  <a:pt x="91678" y="16669"/>
                </a:lnTo>
                <a:cubicBezTo>
                  <a:pt x="96288" y="16669"/>
                  <a:pt x="100013" y="20393"/>
                  <a:pt x="100013" y="25003"/>
                </a:cubicBezTo>
                <a:cubicBezTo>
                  <a:pt x="100013" y="29613"/>
                  <a:pt x="96288" y="33337"/>
                  <a:pt x="91678" y="33337"/>
                </a:cubicBezTo>
                <a:lnTo>
                  <a:pt x="41672" y="33337"/>
                </a:lnTo>
                <a:cubicBezTo>
                  <a:pt x="37062" y="33337"/>
                  <a:pt x="33337" y="29613"/>
                  <a:pt x="33337" y="25003"/>
                </a:cubicBezTo>
                <a:close/>
                <a:moveTo>
                  <a:pt x="41672" y="45839"/>
                </a:moveTo>
                <a:lnTo>
                  <a:pt x="75009" y="45839"/>
                </a:lnTo>
                <a:cubicBezTo>
                  <a:pt x="79619" y="45839"/>
                  <a:pt x="83344" y="49563"/>
                  <a:pt x="83344" y="54173"/>
                </a:cubicBezTo>
                <a:cubicBezTo>
                  <a:pt x="83344" y="58783"/>
                  <a:pt x="79619" y="62508"/>
                  <a:pt x="75009" y="62508"/>
                </a:cubicBezTo>
                <a:lnTo>
                  <a:pt x="41672" y="62508"/>
                </a:lnTo>
                <a:cubicBezTo>
                  <a:pt x="37062" y="62508"/>
                  <a:pt x="33337" y="58783"/>
                  <a:pt x="33337" y="54173"/>
                </a:cubicBezTo>
                <a:cubicBezTo>
                  <a:pt x="33337" y="49563"/>
                  <a:pt x="37062" y="45839"/>
                  <a:pt x="41672" y="45839"/>
                </a:cubicBezTo>
                <a:close/>
                <a:moveTo>
                  <a:pt x="41672" y="75009"/>
                </a:moveTo>
                <a:lnTo>
                  <a:pt x="108347" y="75009"/>
                </a:lnTo>
                <a:cubicBezTo>
                  <a:pt x="112957" y="75009"/>
                  <a:pt x="116681" y="78734"/>
                  <a:pt x="116681" y="83344"/>
                </a:cubicBezTo>
                <a:cubicBezTo>
                  <a:pt x="116681" y="87954"/>
                  <a:pt x="112957" y="91678"/>
                  <a:pt x="108347" y="91678"/>
                </a:cubicBezTo>
                <a:lnTo>
                  <a:pt x="41672" y="91678"/>
                </a:lnTo>
                <a:cubicBezTo>
                  <a:pt x="37062" y="91678"/>
                  <a:pt x="33337" y="87954"/>
                  <a:pt x="33337" y="83344"/>
                </a:cubicBezTo>
                <a:cubicBezTo>
                  <a:pt x="33337" y="78734"/>
                  <a:pt x="37062" y="75009"/>
                  <a:pt x="41672" y="75009"/>
                </a:cubicBezTo>
                <a:close/>
              </a:path>
            </a:pathLst>
          </a:custGeom>
          <a:solidFill>
            <a:srgbClr val="1D9E75"/>
          </a:solidFill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583805" y="4640698"/>
            <a:ext cx="832247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D9E75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Grouped Bar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540240" y="2004061"/>
            <a:ext cx="2148840" cy="2977515"/>
          </a:xfrm>
          <a:custGeom>
            <a:avLst/>
            <a:gdLst/>
            <a:ahLst/>
            <a:cxnLst/>
            <a:rect l="l" t="t" r="r" b="b"/>
            <a:pathLst>
              <a:path w="2148840" h="2977515">
                <a:moveTo>
                  <a:pt x="76198" y="0"/>
                </a:moveTo>
                <a:lnTo>
                  <a:pt x="2072642" y="0"/>
                </a:lnTo>
                <a:cubicBezTo>
                  <a:pt x="2114725" y="0"/>
                  <a:pt x="2148840" y="34115"/>
                  <a:pt x="2148840" y="76198"/>
                </a:cubicBezTo>
                <a:lnTo>
                  <a:pt x="2148840" y="2901317"/>
                </a:lnTo>
                <a:cubicBezTo>
                  <a:pt x="2148840" y="2943400"/>
                  <a:pt x="2114725" y="2977515"/>
                  <a:pt x="2072642" y="2977515"/>
                </a:cubicBezTo>
                <a:lnTo>
                  <a:pt x="76198" y="2977515"/>
                </a:lnTo>
                <a:cubicBezTo>
                  <a:pt x="34115" y="2977515"/>
                  <a:pt x="0" y="2943400"/>
                  <a:pt x="0" y="290131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gradFill flip="none" rotWithShape="1">
            <a:gsLst>
              <a:gs pos="0">
                <a:srgbClr val="E74C3C">
                  <a:alpha val="20000"/>
                </a:srgbClr>
              </a:gs>
              <a:gs pos="100000">
                <a:srgbClr val="E74C3C">
                  <a:alpha val="5000"/>
                </a:srgbClr>
              </a:gs>
            </a:gsLst>
            <a:lin ang="2700000" scaled="1"/>
          </a:gradFill>
          <a:ln w="2032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9700260" y="216408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74C3C"/>
          </a:solidFill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9657398" y="2164082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5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157460" y="224028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Performance Alerts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700260" y="2689859"/>
            <a:ext cx="1379696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Horizontal bar chart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700260" y="2964182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Threshold line</a:t>
            </a: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 visualization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9700260" y="3268982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74C3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Red</a:t>
            </a: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 = below threshold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9700260" y="3573782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9E75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Green</a:t>
            </a: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 = above threshold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9700260" y="3878582"/>
            <a:ext cx="1905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Subject breakdown</a:t>
            </a: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 included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9700260" y="4476872"/>
            <a:ext cx="1828800" cy="7620"/>
          </a:xfrm>
          <a:custGeom>
            <a:avLst/>
            <a:gdLst/>
            <a:ahLst/>
            <a:cxnLst/>
            <a:rect l="l" t="t" r="r" b="b"/>
            <a:pathLst>
              <a:path w="1828800" h="7620">
                <a:moveTo>
                  <a:pt x="0" y="0"/>
                </a:moveTo>
                <a:lnTo>
                  <a:pt x="1828800" y="0"/>
                </a:lnTo>
                <a:lnTo>
                  <a:pt x="18288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9719310" y="464832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70504" y="0"/>
                  <a:pt x="74020" y="2110"/>
                  <a:pt x="75843" y="5469"/>
                </a:cubicBezTo>
                <a:lnTo>
                  <a:pt x="132100" y="109649"/>
                </a:lnTo>
                <a:cubicBezTo>
                  <a:pt x="133845" y="112879"/>
                  <a:pt x="133767" y="116785"/>
                  <a:pt x="131891" y="119937"/>
                </a:cubicBezTo>
                <a:cubicBezTo>
                  <a:pt x="130016" y="123088"/>
                  <a:pt x="126604" y="125016"/>
                  <a:pt x="122932" y="125016"/>
                </a:cubicBezTo>
                <a:lnTo>
                  <a:pt x="10418" y="125016"/>
                </a:lnTo>
                <a:cubicBezTo>
                  <a:pt x="6746" y="125016"/>
                  <a:pt x="3360" y="123088"/>
                  <a:pt x="1459" y="119937"/>
                </a:cubicBezTo>
                <a:cubicBezTo>
                  <a:pt x="-443" y="116785"/>
                  <a:pt x="-495" y="112879"/>
                  <a:pt x="1250" y="109649"/>
                </a:cubicBezTo>
                <a:lnTo>
                  <a:pt x="57507" y="5469"/>
                </a:lnTo>
                <a:cubicBezTo>
                  <a:pt x="59330" y="2110"/>
                  <a:pt x="62846" y="0"/>
                  <a:pt x="66675" y="0"/>
                </a:cubicBezTo>
                <a:close/>
                <a:moveTo>
                  <a:pt x="66675" y="43755"/>
                </a:moveTo>
                <a:cubicBezTo>
                  <a:pt x="63211" y="43755"/>
                  <a:pt x="60424" y="46542"/>
                  <a:pt x="60424" y="50006"/>
                </a:cubicBezTo>
                <a:lnTo>
                  <a:pt x="60424" y="79177"/>
                </a:lnTo>
                <a:cubicBezTo>
                  <a:pt x="60424" y="82641"/>
                  <a:pt x="63211" y="85427"/>
                  <a:pt x="66675" y="85427"/>
                </a:cubicBezTo>
                <a:cubicBezTo>
                  <a:pt x="70139" y="85427"/>
                  <a:pt x="72926" y="82641"/>
                  <a:pt x="72926" y="79177"/>
                </a:cubicBezTo>
                <a:lnTo>
                  <a:pt x="72926" y="50006"/>
                </a:lnTo>
                <a:cubicBezTo>
                  <a:pt x="72926" y="46542"/>
                  <a:pt x="70139" y="43755"/>
                  <a:pt x="66675" y="43755"/>
                </a:cubicBezTo>
                <a:close/>
                <a:moveTo>
                  <a:pt x="73629" y="100013"/>
                </a:moveTo>
                <a:cubicBezTo>
                  <a:pt x="73787" y="97431"/>
                  <a:pt x="72500" y="94975"/>
                  <a:pt x="70287" y="93637"/>
                </a:cubicBezTo>
                <a:cubicBezTo>
                  <a:pt x="68074" y="92299"/>
                  <a:pt x="65302" y="92299"/>
                  <a:pt x="63089" y="93637"/>
                </a:cubicBezTo>
                <a:cubicBezTo>
                  <a:pt x="60876" y="94975"/>
                  <a:pt x="59589" y="97431"/>
                  <a:pt x="59747" y="100012"/>
                </a:cubicBezTo>
                <a:cubicBezTo>
                  <a:pt x="59589" y="102594"/>
                  <a:pt x="60876" y="105050"/>
                  <a:pt x="63089" y="106388"/>
                </a:cubicBezTo>
                <a:cubicBezTo>
                  <a:pt x="65302" y="107726"/>
                  <a:pt x="68074" y="107726"/>
                  <a:pt x="70287" y="106388"/>
                </a:cubicBezTo>
                <a:cubicBezTo>
                  <a:pt x="72500" y="105050"/>
                  <a:pt x="73787" y="102594"/>
                  <a:pt x="73629" y="100013"/>
                </a:cubicBezTo>
                <a:close/>
              </a:path>
            </a:pathLst>
          </a:custGeom>
          <a:solidFill>
            <a:srgbClr val="E74C3C"/>
          </a:solidFill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9900285" y="4640698"/>
            <a:ext cx="726519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74C3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Alert Chart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270510" y="5109331"/>
            <a:ext cx="11418570" cy="1055370"/>
          </a:xfrm>
          <a:custGeom>
            <a:avLst/>
            <a:gdLst/>
            <a:ahLst/>
            <a:cxnLst/>
            <a:rect l="l" t="t" r="r" b="b"/>
            <a:pathLst>
              <a:path w="11418570" h="1055370">
                <a:moveTo>
                  <a:pt x="76198" y="0"/>
                </a:moveTo>
                <a:lnTo>
                  <a:pt x="11342372" y="0"/>
                </a:lnTo>
                <a:cubicBezTo>
                  <a:pt x="11384455" y="0"/>
                  <a:pt x="11418570" y="34115"/>
                  <a:pt x="11418570" y="76198"/>
                </a:cubicBezTo>
                <a:lnTo>
                  <a:pt x="11418570" y="979172"/>
                </a:lnTo>
                <a:cubicBezTo>
                  <a:pt x="11418570" y="1021255"/>
                  <a:pt x="11384455" y="1055370"/>
                  <a:pt x="11342372" y="1055370"/>
                </a:cubicBezTo>
                <a:lnTo>
                  <a:pt x="76198" y="1055370"/>
                </a:lnTo>
                <a:cubicBezTo>
                  <a:pt x="34115" y="1055370"/>
                  <a:pt x="0" y="1021255"/>
                  <a:pt x="0" y="97917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464820" y="549211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80535" y="0"/>
                </a:moveTo>
                <a:lnTo>
                  <a:pt x="205550" y="0"/>
                </a:lnTo>
                <a:cubicBezTo>
                  <a:pt x="220340" y="0"/>
                  <a:pt x="232395" y="12167"/>
                  <a:pt x="231837" y="26901"/>
                </a:cubicBezTo>
                <a:cubicBezTo>
                  <a:pt x="231725" y="29859"/>
                  <a:pt x="231614" y="32817"/>
                  <a:pt x="231446" y="35719"/>
                </a:cubicBezTo>
                <a:lnTo>
                  <a:pt x="259128" y="35719"/>
                </a:lnTo>
                <a:cubicBezTo>
                  <a:pt x="273695" y="35719"/>
                  <a:pt x="286531" y="47774"/>
                  <a:pt x="285415" y="63512"/>
                </a:cubicBezTo>
                <a:cubicBezTo>
                  <a:pt x="281229" y="121388"/>
                  <a:pt x="251650" y="153200"/>
                  <a:pt x="219559" y="169831"/>
                </a:cubicBezTo>
                <a:cubicBezTo>
                  <a:pt x="210741" y="174408"/>
                  <a:pt x="201755" y="177812"/>
                  <a:pt x="193216" y="180324"/>
                </a:cubicBezTo>
                <a:cubicBezTo>
                  <a:pt x="181942" y="196286"/>
                  <a:pt x="170222" y="204713"/>
                  <a:pt x="160902" y="209234"/>
                </a:cubicBezTo>
                <a:lnTo>
                  <a:pt x="160902" y="250031"/>
                </a:lnTo>
                <a:lnTo>
                  <a:pt x="196621" y="250031"/>
                </a:lnTo>
                <a:cubicBezTo>
                  <a:pt x="206499" y="250031"/>
                  <a:pt x="214480" y="258012"/>
                  <a:pt x="214480" y="267891"/>
                </a:cubicBezTo>
                <a:cubicBezTo>
                  <a:pt x="214480" y="277769"/>
                  <a:pt x="206499" y="285750"/>
                  <a:pt x="196621" y="285750"/>
                </a:cubicBezTo>
                <a:lnTo>
                  <a:pt x="89464" y="285750"/>
                </a:lnTo>
                <a:cubicBezTo>
                  <a:pt x="79586" y="285750"/>
                  <a:pt x="71605" y="277769"/>
                  <a:pt x="71605" y="267891"/>
                </a:cubicBezTo>
                <a:cubicBezTo>
                  <a:pt x="71605" y="258012"/>
                  <a:pt x="79586" y="250031"/>
                  <a:pt x="89464" y="250031"/>
                </a:cubicBezTo>
                <a:lnTo>
                  <a:pt x="125183" y="250031"/>
                </a:lnTo>
                <a:lnTo>
                  <a:pt x="125183" y="209234"/>
                </a:lnTo>
                <a:cubicBezTo>
                  <a:pt x="116253" y="204936"/>
                  <a:pt x="105147" y="196955"/>
                  <a:pt x="94320" y="182277"/>
                </a:cubicBezTo>
                <a:cubicBezTo>
                  <a:pt x="84051" y="179598"/>
                  <a:pt x="72889" y="175524"/>
                  <a:pt x="62006" y="169385"/>
                </a:cubicBezTo>
                <a:cubicBezTo>
                  <a:pt x="31812" y="152474"/>
                  <a:pt x="4576" y="120607"/>
                  <a:pt x="670" y="63401"/>
                </a:cubicBezTo>
                <a:cubicBezTo>
                  <a:pt x="-391" y="47718"/>
                  <a:pt x="12390" y="35663"/>
                  <a:pt x="26956" y="35663"/>
                </a:cubicBezTo>
                <a:lnTo>
                  <a:pt x="54639" y="35663"/>
                </a:lnTo>
                <a:cubicBezTo>
                  <a:pt x="54471" y="32761"/>
                  <a:pt x="54359" y="29859"/>
                  <a:pt x="54248" y="26845"/>
                </a:cubicBezTo>
                <a:cubicBezTo>
                  <a:pt x="53690" y="12055"/>
                  <a:pt x="65745" y="-56"/>
                  <a:pt x="80535" y="-56"/>
                </a:cubicBezTo>
                <a:close/>
                <a:moveTo>
                  <a:pt x="56648" y="62508"/>
                </a:moveTo>
                <a:lnTo>
                  <a:pt x="27403" y="62508"/>
                </a:lnTo>
                <a:cubicBezTo>
                  <a:pt x="30863" y="109779"/>
                  <a:pt x="52574" y="133443"/>
                  <a:pt x="74954" y="146000"/>
                </a:cubicBezTo>
                <a:cubicBezTo>
                  <a:pt x="66917" y="125183"/>
                  <a:pt x="60275" y="98003"/>
                  <a:pt x="56648" y="62508"/>
                </a:cubicBezTo>
                <a:close/>
                <a:moveTo>
                  <a:pt x="212080" y="143321"/>
                </a:moveTo>
                <a:cubicBezTo>
                  <a:pt x="234683" y="130039"/>
                  <a:pt x="255110" y="106431"/>
                  <a:pt x="258570" y="62508"/>
                </a:cubicBezTo>
                <a:lnTo>
                  <a:pt x="229381" y="62508"/>
                </a:lnTo>
                <a:cubicBezTo>
                  <a:pt x="225921" y="96496"/>
                  <a:pt x="219670" y="122895"/>
                  <a:pt x="212080" y="143321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936308" y="5387341"/>
            <a:ext cx="5953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5 Chart Types • 0 External Dependencies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36308" y="5654041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Complete data visualisation suite using only Python standard library + matplotlib + numpy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10074473" y="5269349"/>
            <a:ext cx="607695" cy="731520"/>
          </a:xfrm>
          <a:custGeom>
            <a:avLst/>
            <a:gdLst/>
            <a:ahLst/>
            <a:cxnLst/>
            <a:rect l="l" t="t" r="r" b="b"/>
            <a:pathLst>
              <a:path w="607695" h="731520">
                <a:moveTo>
                  <a:pt x="76199" y="0"/>
                </a:moveTo>
                <a:lnTo>
                  <a:pt x="531496" y="0"/>
                </a:lnTo>
                <a:cubicBezTo>
                  <a:pt x="573580" y="0"/>
                  <a:pt x="607695" y="34115"/>
                  <a:pt x="607695" y="76199"/>
                </a:cubicBezTo>
                <a:lnTo>
                  <a:pt x="607695" y="655321"/>
                </a:lnTo>
                <a:cubicBezTo>
                  <a:pt x="607695" y="697405"/>
                  <a:pt x="573580" y="731520"/>
                  <a:pt x="531496" y="731520"/>
                </a:cubicBezTo>
                <a:lnTo>
                  <a:pt x="76199" y="731520"/>
                </a:lnTo>
                <a:cubicBezTo>
                  <a:pt x="34115" y="731520"/>
                  <a:pt x="0" y="697405"/>
                  <a:pt x="0" y="6553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2332">
              <a:alpha val="50196"/>
            </a:srgbClr>
          </a:solidFill>
          <a:ln w="10160">
            <a:solidFill>
              <a:srgbClr val="D4A24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10135434" y="5387462"/>
            <a:ext cx="4857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4A24E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5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0159246" y="5692141"/>
            <a:ext cx="4381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Charts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10805517" y="5269349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76202" y="0"/>
                </a:moveTo>
                <a:lnTo>
                  <a:pt x="655318" y="0"/>
                </a:lnTo>
                <a:cubicBezTo>
                  <a:pt x="697403" y="0"/>
                  <a:pt x="731520" y="34117"/>
                  <a:pt x="731520" y="76202"/>
                </a:cubicBezTo>
                <a:lnTo>
                  <a:pt x="731520" y="655318"/>
                </a:lnTo>
                <a:cubicBezTo>
                  <a:pt x="731520" y="697403"/>
                  <a:pt x="697403" y="731520"/>
                  <a:pt x="655318" y="731520"/>
                </a:cubicBezTo>
                <a:lnTo>
                  <a:pt x="76202" y="731520"/>
                </a:lnTo>
                <a:cubicBezTo>
                  <a:pt x="34117" y="731520"/>
                  <a:pt x="0" y="697403"/>
                  <a:pt x="0" y="65531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2332">
              <a:alpha val="5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10866477" y="5387462"/>
            <a:ext cx="609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A6C8C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3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10890290" y="5692141"/>
            <a:ext cx="561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Libraries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266700" y="6168392"/>
            <a:ext cx="11430000" cy="7620"/>
          </a:xfrm>
          <a:custGeom>
            <a:avLst/>
            <a:gdLst/>
            <a:ahLst/>
            <a:cxnLst/>
            <a:rect l="l" t="t" r="r" b="b"/>
            <a:pathLst>
              <a:path w="11430000" h="7620">
                <a:moveTo>
                  <a:pt x="0" y="0"/>
                </a:moveTo>
                <a:lnTo>
                  <a:pt x="11430000" y="0"/>
                </a:lnTo>
                <a:lnTo>
                  <a:pt x="114300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899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4539" y="175326"/>
            <a:ext cx="11563186" cy="209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100" b="1" kern="0" spc="55" dirty="0">
                <a:solidFill>
                  <a:srgbClr val="D4A24E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06 - Technical Implementation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44539" y="454799"/>
            <a:ext cx="11702923" cy="4192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330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File &amp; Exception Handling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44539" y="978810"/>
            <a:ext cx="978155" cy="34934"/>
          </a:xfrm>
          <a:custGeom>
            <a:avLst/>
            <a:gdLst/>
            <a:ahLst/>
            <a:cxnLst/>
            <a:rect l="l" t="t" r="r" b="b"/>
            <a:pathLst>
              <a:path w="978155" h="34934">
                <a:moveTo>
                  <a:pt x="0" y="0"/>
                </a:moveTo>
                <a:lnTo>
                  <a:pt x="978155" y="0"/>
                </a:lnTo>
                <a:lnTo>
                  <a:pt x="978155" y="34934"/>
                </a:lnTo>
                <a:lnTo>
                  <a:pt x="0" y="34934"/>
                </a:lnTo>
                <a:lnTo>
                  <a:pt x="0" y="0"/>
                </a:ln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48032" y="1122040"/>
            <a:ext cx="5631377" cy="3570265"/>
          </a:xfrm>
          <a:custGeom>
            <a:avLst/>
            <a:gdLst/>
            <a:ahLst/>
            <a:cxnLst/>
            <a:rect l="l" t="t" r="r" b="b"/>
            <a:pathLst>
              <a:path w="5631377" h="3570265">
                <a:moveTo>
                  <a:pt x="69870" y="0"/>
                </a:moveTo>
                <a:lnTo>
                  <a:pt x="5561506" y="0"/>
                </a:lnTo>
                <a:cubicBezTo>
                  <a:pt x="5600095" y="0"/>
                  <a:pt x="5631377" y="31282"/>
                  <a:pt x="5631377" y="69870"/>
                </a:cubicBezTo>
                <a:lnTo>
                  <a:pt x="5631377" y="3500395"/>
                </a:lnTo>
                <a:cubicBezTo>
                  <a:pt x="5631377" y="3538983"/>
                  <a:pt x="5600095" y="3570265"/>
                  <a:pt x="5561506" y="3570265"/>
                </a:cubicBezTo>
                <a:lnTo>
                  <a:pt x="69870" y="3570265"/>
                </a:lnTo>
                <a:cubicBezTo>
                  <a:pt x="31282" y="3570265"/>
                  <a:pt x="0" y="3538983"/>
                  <a:pt x="0" y="3500395"/>
                </a:cubicBezTo>
                <a:lnTo>
                  <a:pt x="0" y="69870"/>
                </a:lnTo>
                <a:cubicBezTo>
                  <a:pt x="0" y="31282"/>
                  <a:pt x="31282" y="0"/>
                  <a:pt x="69870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37113" y="1335141"/>
            <a:ext cx="196504" cy="174670"/>
          </a:xfrm>
          <a:custGeom>
            <a:avLst/>
            <a:gdLst/>
            <a:ahLst/>
            <a:cxnLst/>
            <a:rect l="l" t="t" r="r" b="b"/>
            <a:pathLst>
              <a:path w="196504" h="174670">
                <a:moveTo>
                  <a:pt x="19105" y="76964"/>
                </a:moveTo>
                <a:lnTo>
                  <a:pt x="11053" y="101050"/>
                </a:lnTo>
                <a:lnTo>
                  <a:pt x="11053" y="32751"/>
                </a:lnTo>
                <a:cubicBezTo>
                  <a:pt x="11053" y="20708"/>
                  <a:pt x="20844" y="10917"/>
                  <a:pt x="32887" y="10917"/>
                </a:cubicBezTo>
                <a:lnTo>
                  <a:pt x="80205" y="10917"/>
                </a:lnTo>
                <a:cubicBezTo>
                  <a:pt x="84913" y="10917"/>
                  <a:pt x="89519" y="12452"/>
                  <a:pt x="93305" y="15284"/>
                </a:cubicBezTo>
                <a:lnTo>
                  <a:pt x="106406" y="25109"/>
                </a:lnTo>
                <a:cubicBezTo>
                  <a:pt x="108282" y="26542"/>
                  <a:pt x="110602" y="27292"/>
                  <a:pt x="112956" y="27292"/>
                </a:cubicBezTo>
                <a:lnTo>
                  <a:pt x="152973" y="27292"/>
                </a:lnTo>
                <a:cubicBezTo>
                  <a:pt x="165016" y="27292"/>
                  <a:pt x="174807" y="37083"/>
                  <a:pt x="174807" y="49126"/>
                </a:cubicBezTo>
                <a:lnTo>
                  <a:pt x="174807" y="54585"/>
                </a:lnTo>
                <a:lnTo>
                  <a:pt x="50150" y="54585"/>
                </a:lnTo>
                <a:cubicBezTo>
                  <a:pt x="36060" y="54585"/>
                  <a:pt x="23540" y="63591"/>
                  <a:pt x="19070" y="76964"/>
                </a:cubicBezTo>
                <a:close/>
                <a:moveTo>
                  <a:pt x="163003" y="152837"/>
                </a:moveTo>
                <a:lnTo>
                  <a:pt x="33774" y="152837"/>
                </a:lnTo>
                <a:cubicBezTo>
                  <a:pt x="22584" y="152837"/>
                  <a:pt x="14704" y="141886"/>
                  <a:pt x="18252" y="131276"/>
                </a:cubicBezTo>
                <a:lnTo>
                  <a:pt x="34627" y="82150"/>
                </a:lnTo>
                <a:cubicBezTo>
                  <a:pt x="36845" y="75463"/>
                  <a:pt x="43122" y="70960"/>
                  <a:pt x="50150" y="70960"/>
                </a:cubicBezTo>
                <a:lnTo>
                  <a:pt x="179378" y="70960"/>
                </a:lnTo>
                <a:cubicBezTo>
                  <a:pt x="190568" y="70960"/>
                  <a:pt x="198449" y="81911"/>
                  <a:pt x="194901" y="92521"/>
                </a:cubicBezTo>
                <a:lnTo>
                  <a:pt x="178526" y="141647"/>
                </a:lnTo>
                <a:cubicBezTo>
                  <a:pt x="176308" y="148333"/>
                  <a:pt x="170031" y="152837"/>
                  <a:pt x="163003" y="152837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4534" y="1300206"/>
            <a:ext cx="5144046" cy="2445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375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File Handling Strategy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3663" y="1684482"/>
            <a:ext cx="5257582" cy="873352"/>
          </a:xfrm>
          <a:custGeom>
            <a:avLst/>
            <a:gdLst/>
            <a:ahLst/>
            <a:cxnLst/>
            <a:rect l="l" t="t" r="r" b="b"/>
            <a:pathLst>
              <a:path w="5257582" h="873352">
                <a:moveTo>
                  <a:pt x="34934" y="0"/>
                </a:moveTo>
                <a:lnTo>
                  <a:pt x="5187713" y="0"/>
                </a:lnTo>
                <a:cubicBezTo>
                  <a:pt x="5226301" y="0"/>
                  <a:pt x="5257582" y="31281"/>
                  <a:pt x="5257582" y="69868"/>
                </a:cubicBezTo>
                <a:lnTo>
                  <a:pt x="5257582" y="803484"/>
                </a:lnTo>
                <a:cubicBezTo>
                  <a:pt x="5257582" y="842071"/>
                  <a:pt x="5226301" y="873352"/>
                  <a:pt x="5187713" y="873352"/>
                </a:cubicBezTo>
                <a:lnTo>
                  <a:pt x="34934" y="873352"/>
                </a:lnTo>
                <a:cubicBezTo>
                  <a:pt x="15641" y="873352"/>
                  <a:pt x="0" y="857712"/>
                  <a:pt x="0" y="838418"/>
                </a:cubicBezTo>
                <a:lnTo>
                  <a:pt x="0" y="34934"/>
                </a:lnTo>
                <a:cubicBezTo>
                  <a:pt x="0" y="15653"/>
                  <a:pt x="15653" y="0"/>
                  <a:pt x="34934" y="0"/>
                </a:cubicBezTo>
                <a:close/>
              </a:path>
            </a:pathLst>
          </a:custGeom>
          <a:solidFill>
            <a:srgbClr val="1A2332">
              <a:alpha val="50196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3663" y="1684482"/>
            <a:ext cx="34934" cy="873352"/>
          </a:xfrm>
          <a:custGeom>
            <a:avLst/>
            <a:gdLst/>
            <a:ahLst/>
            <a:cxnLst/>
            <a:rect l="l" t="t" r="r" b="b"/>
            <a:pathLst>
              <a:path w="34934" h="873352">
                <a:moveTo>
                  <a:pt x="34934" y="0"/>
                </a:moveTo>
                <a:lnTo>
                  <a:pt x="34934" y="0"/>
                </a:lnTo>
                <a:lnTo>
                  <a:pt x="34934" y="873352"/>
                </a:lnTo>
                <a:lnTo>
                  <a:pt x="34934" y="873352"/>
                </a:lnTo>
                <a:cubicBezTo>
                  <a:pt x="15641" y="873352"/>
                  <a:pt x="0" y="857712"/>
                  <a:pt x="0" y="838418"/>
                </a:cubicBezTo>
                <a:lnTo>
                  <a:pt x="0" y="34934"/>
                </a:lnTo>
                <a:cubicBezTo>
                  <a:pt x="0" y="15653"/>
                  <a:pt x="15653" y="0"/>
                  <a:pt x="34934" y="0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5933" y="1789284"/>
            <a:ext cx="349341" cy="349341"/>
          </a:xfrm>
          <a:custGeom>
            <a:avLst/>
            <a:gdLst/>
            <a:ahLst/>
            <a:cxnLst/>
            <a:rect l="l" t="t" r="r" b="b"/>
            <a:pathLst>
              <a:path w="349341" h="349341">
                <a:moveTo>
                  <a:pt x="69868" y="0"/>
                </a:moveTo>
                <a:lnTo>
                  <a:pt x="279473" y="0"/>
                </a:lnTo>
                <a:cubicBezTo>
                  <a:pt x="318034" y="0"/>
                  <a:pt x="349341" y="31307"/>
                  <a:pt x="349341" y="69868"/>
                </a:cubicBezTo>
                <a:lnTo>
                  <a:pt x="349341" y="279473"/>
                </a:lnTo>
                <a:cubicBezTo>
                  <a:pt x="349341" y="318034"/>
                  <a:pt x="318034" y="349341"/>
                  <a:pt x="279473" y="349341"/>
                </a:cubicBezTo>
                <a:lnTo>
                  <a:pt x="69868" y="349341"/>
                </a:lnTo>
                <a:cubicBezTo>
                  <a:pt x="31307" y="349341"/>
                  <a:pt x="0" y="318034"/>
                  <a:pt x="0" y="279473"/>
                </a:cubicBezTo>
                <a:lnTo>
                  <a:pt x="0" y="69868"/>
                </a:lnTo>
                <a:cubicBezTo>
                  <a:pt x="0" y="31307"/>
                  <a:pt x="31307" y="0"/>
                  <a:pt x="69868" y="0"/>
                </a:cubicBezTo>
                <a:close/>
              </a:path>
            </a:pathLst>
          </a:custGeom>
          <a:solidFill>
            <a:srgbClr val="D4A24E">
              <a:alpha val="2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70735" y="1894086"/>
            <a:ext cx="139736" cy="139736"/>
          </a:xfrm>
          <a:custGeom>
            <a:avLst/>
            <a:gdLst/>
            <a:ahLst/>
            <a:cxnLst/>
            <a:rect l="l" t="t" r="r" b="b"/>
            <a:pathLst>
              <a:path w="139736" h="139736">
                <a:moveTo>
                  <a:pt x="137171" y="41102"/>
                </a:moveTo>
                <a:lnTo>
                  <a:pt x="110970" y="67303"/>
                </a:lnTo>
                <a:cubicBezTo>
                  <a:pt x="108459" y="69814"/>
                  <a:pt x="104720" y="70551"/>
                  <a:pt x="101445" y="69186"/>
                </a:cubicBezTo>
                <a:cubicBezTo>
                  <a:pt x="98170" y="67821"/>
                  <a:pt x="96069" y="64655"/>
                  <a:pt x="96069" y="61135"/>
                </a:cubicBezTo>
                <a:lnTo>
                  <a:pt x="96069" y="43668"/>
                </a:lnTo>
                <a:lnTo>
                  <a:pt x="8734" y="43668"/>
                </a:lnTo>
                <a:cubicBezTo>
                  <a:pt x="3903" y="43668"/>
                  <a:pt x="0" y="39765"/>
                  <a:pt x="0" y="34934"/>
                </a:cubicBezTo>
                <a:cubicBezTo>
                  <a:pt x="0" y="30103"/>
                  <a:pt x="3903" y="26201"/>
                  <a:pt x="8734" y="26201"/>
                </a:cubicBezTo>
                <a:lnTo>
                  <a:pt x="96069" y="26201"/>
                </a:lnTo>
                <a:lnTo>
                  <a:pt x="96069" y="8734"/>
                </a:lnTo>
                <a:cubicBezTo>
                  <a:pt x="96069" y="5213"/>
                  <a:pt x="98198" y="2020"/>
                  <a:pt x="101473" y="655"/>
                </a:cubicBezTo>
                <a:cubicBezTo>
                  <a:pt x="104748" y="-710"/>
                  <a:pt x="108487" y="55"/>
                  <a:pt x="110998" y="2538"/>
                </a:cubicBezTo>
                <a:lnTo>
                  <a:pt x="137198" y="28739"/>
                </a:lnTo>
                <a:cubicBezTo>
                  <a:pt x="140610" y="32150"/>
                  <a:pt x="140610" y="37691"/>
                  <a:pt x="137198" y="41102"/>
                </a:cubicBezTo>
                <a:close/>
                <a:moveTo>
                  <a:pt x="28739" y="137171"/>
                </a:moveTo>
                <a:lnTo>
                  <a:pt x="2538" y="110970"/>
                </a:lnTo>
                <a:cubicBezTo>
                  <a:pt x="-873" y="107559"/>
                  <a:pt x="-873" y="102018"/>
                  <a:pt x="2538" y="98607"/>
                </a:cubicBezTo>
                <a:lnTo>
                  <a:pt x="28739" y="72406"/>
                </a:lnTo>
                <a:cubicBezTo>
                  <a:pt x="31250" y="69895"/>
                  <a:pt x="34989" y="69159"/>
                  <a:pt x="38264" y="70523"/>
                </a:cubicBezTo>
                <a:cubicBezTo>
                  <a:pt x="41539" y="71888"/>
                  <a:pt x="43668" y="75081"/>
                  <a:pt x="43668" y="78602"/>
                </a:cubicBezTo>
                <a:lnTo>
                  <a:pt x="43668" y="96069"/>
                </a:lnTo>
                <a:lnTo>
                  <a:pt x="131003" y="96069"/>
                </a:lnTo>
                <a:cubicBezTo>
                  <a:pt x="135834" y="96069"/>
                  <a:pt x="139736" y="99972"/>
                  <a:pt x="139736" y="104802"/>
                </a:cubicBezTo>
                <a:cubicBezTo>
                  <a:pt x="139736" y="109633"/>
                  <a:pt x="135834" y="113536"/>
                  <a:pt x="131003" y="113536"/>
                </a:cubicBezTo>
                <a:lnTo>
                  <a:pt x="43668" y="113536"/>
                </a:lnTo>
                <a:lnTo>
                  <a:pt x="43668" y="131003"/>
                </a:lnTo>
                <a:cubicBezTo>
                  <a:pt x="43668" y="134524"/>
                  <a:pt x="41539" y="137717"/>
                  <a:pt x="38264" y="139081"/>
                </a:cubicBezTo>
                <a:cubicBezTo>
                  <a:pt x="34989" y="140446"/>
                  <a:pt x="31250" y="139682"/>
                  <a:pt x="28739" y="137198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20076" y="1789284"/>
            <a:ext cx="4646235" cy="209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Centralized I/O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20076" y="2033823"/>
            <a:ext cx="4646235" cy="4192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All file operations routed through </a:t>
            </a:r>
            <a:r>
              <a:rPr lang="en-US" sz="1100" dirty="0">
                <a:solidFill>
                  <a:srgbClr val="D4A24E"/>
                </a:solidFill>
                <a:highlight>
                  <a:srgbClr val="0D1117">
                    <a:alpha val="100000"/>
                  </a:srgbClr>
                </a:highlight>
                <a:ea typeface="MiSans" pitchFamily="34" charset="-122"/>
                <a:cs typeface="MiSans" pitchFamily="34" charset="-120"/>
              </a:rPr>
              <a:t>read_file() </a:t>
            </a:r>
            <a:r>
              <a:rPr lang="en-US" sz="11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and </a:t>
            </a:r>
            <a:r>
              <a:rPr lang="en-US" sz="1100" dirty="0">
                <a:solidFill>
                  <a:srgbClr val="D4A24E"/>
                </a:solidFill>
                <a:highlight>
                  <a:srgbClr val="0D1117">
                    <a:alpha val="100000"/>
                  </a:srgbClr>
                </a:highlight>
                <a:ea typeface="MiSans" pitchFamily="34" charset="-122"/>
                <a:cs typeface="MiSans" pitchFamily="34" charset="-120"/>
              </a:rPr>
              <a:t>write_file() </a:t>
            </a:r>
            <a:r>
              <a:rPr lang="en-US" sz="11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helper functions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3663" y="2662636"/>
            <a:ext cx="5257582" cy="873352"/>
          </a:xfrm>
          <a:custGeom>
            <a:avLst/>
            <a:gdLst/>
            <a:ahLst/>
            <a:cxnLst/>
            <a:rect l="l" t="t" r="r" b="b"/>
            <a:pathLst>
              <a:path w="5257582" h="873352">
                <a:moveTo>
                  <a:pt x="34934" y="0"/>
                </a:moveTo>
                <a:lnTo>
                  <a:pt x="5187713" y="0"/>
                </a:lnTo>
                <a:cubicBezTo>
                  <a:pt x="5226301" y="0"/>
                  <a:pt x="5257582" y="31281"/>
                  <a:pt x="5257582" y="69868"/>
                </a:cubicBezTo>
                <a:lnTo>
                  <a:pt x="5257582" y="803484"/>
                </a:lnTo>
                <a:cubicBezTo>
                  <a:pt x="5257582" y="842071"/>
                  <a:pt x="5226301" y="873352"/>
                  <a:pt x="5187713" y="873352"/>
                </a:cubicBezTo>
                <a:lnTo>
                  <a:pt x="34934" y="873352"/>
                </a:lnTo>
                <a:cubicBezTo>
                  <a:pt x="15641" y="873352"/>
                  <a:pt x="0" y="857712"/>
                  <a:pt x="0" y="838418"/>
                </a:cubicBezTo>
                <a:lnTo>
                  <a:pt x="0" y="34934"/>
                </a:lnTo>
                <a:cubicBezTo>
                  <a:pt x="0" y="15653"/>
                  <a:pt x="15653" y="0"/>
                  <a:pt x="34934" y="0"/>
                </a:cubicBezTo>
                <a:close/>
              </a:path>
            </a:pathLst>
          </a:custGeom>
          <a:solidFill>
            <a:srgbClr val="1A2332">
              <a:alpha val="50196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43663" y="2662636"/>
            <a:ext cx="34934" cy="873352"/>
          </a:xfrm>
          <a:custGeom>
            <a:avLst/>
            <a:gdLst/>
            <a:ahLst/>
            <a:cxnLst/>
            <a:rect l="l" t="t" r="r" b="b"/>
            <a:pathLst>
              <a:path w="34934" h="873352">
                <a:moveTo>
                  <a:pt x="34934" y="0"/>
                </a:moveTo>
                <a:lnTo>
                  <a:pt x="34934" y="0"/>
                </a:lnTo>
                <a:lnTo>
                  <a:pt x="34934" y="873352"/>
                </a:lnTo>
                <a:lnTo>
                  <a:pt x="34934" y="873352"/>
                </a:lnTo>
                <a:cubicBezTo>
                  <a:pt x="15641" y="873352"/>
                  <a:pt x="0" y="857712"/>
                  <a:pt x="0" y="838418"/>
                </a:cubicBezTo>
                <a:lnTo>
                  <a:pt x="0" y="34934"/>
                </a:lnTo>
                <a:cubicBezTo>
                  <a:pt x="0" y="15653"/>
                  <a:pt x="15653" y="0"/>
                  <a:pt x="34934" y="0"/>
                </a:cubicBez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65933" y="2767439"/>
            <a:ext cx="349341" cy="349341"/>
          </a:xfrm>
          <a:custGeom>
            <a:avLst/>
            <a:gdLst/>
            <a:ahLst/>
            <a:cxnLst/>
            <a:rect l="l" t="t" r="r" b="b"/>
            <a:pathLst>
              <a:path w="349341" h="349341">
                <a:moveTo>
                  <a:pt x="69868" y="0"/>
                </a:moveTo>
                <a:lnTo>
                  <a:pt x="279473" y="0"/>
                </a:lnTo>
                <a:cubicBezTo>
                  <a:pt x="318034" y="0"/>
                  <a:pt x="349341" y="31307"/>
                  <a:pt x="349341" y="69868"/>
                </a:cubicBezTo>
                <a:lnTo>
                  <a:pt x="349341" y="279473"/>
                </a:lnTo>
                <a:cubicBezTo>
                  <a:pt x="349341" y="318034"/>
                  <a:pt x="318034" y="349341"/>
                  <a:pt x="279473" y="349341"/>
                </a:cubicBezTo>
                <a:lnTo>
                  <a:pt x="69868" y="349341"/>
                </a:lnTo>
                <a:cubicBezTo>
                  <a:pt x="31307" y="349341"/>
                  <a:pt x="0" y="318034"/>
                  <a:pt x="0" y="279473"/>
                </a:cubicBezTo>
                <a:lnTo>
                  <a:pt x="0" y="69868"/>
                </a:lnTo>
                <a:cubicBezTo>
                  <a:pt x="0" y="31307"/>
                  <a:pt x="31307" y="0"/>
                  <a:pt x="69868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70735" y="2872241"/>
            <a:ext cx="139736" cy="139736"/>
          </a:xfrm>
          <a:custGeom>
            <a:avLst/>
            <a:gdLst/>
            <a:ahLst/>
            <a:cxnLst/>
            <a:rect l="l" t="t" r="r" b="b"/>
            <a:pathLst>
              <a:path w="139736" h="139736">
                <a:moveTo>
                  <a:pt x="108760" y="3330"/>
                </a:moveTo>
                <a:lnTo>
                  <a:pt x="84688" y="27401"/>
                </a:lnTo>
                <a:lnTo>
                  <a:pt x="112335" y="55048"/>
                </a:lnTo>
                <a:lnTo>
                  <a:pt x="136407" y="30977"/>
                </a:lnTo>
                <a:cubicBezTo>
                  <a:pt x="138536" y="28821"/>
                  <a:pt x="139736" y="25928"/>
                  <a:pt x="139736" y="22926"/>
                </a:cubicBezTo>
                <a:cubicBezTo>
                  <a:pt x="139736" y="19923"/>
                  <a:pt x="138536" y="17030"/>
                  <a:pt x="136407" y="14874"/>
                </a:cubicBezTo>
                <a:lnTo>
                  <a:pt x="124862" y="3330"/>
                </a:lnTo>
                <a:cubicBezTo>
                  <a:pt x="122706" y="1201"/>
                  <a:pt x="119813" y="0"/>
                  <a:pt x="116811" y="0"/>
                </a:cubicBezTo>
                <a:cubicBezTo>
                  <a:pt x="113809" y="0"/>
                  <a:pt x="110916" y="1201"/>
                  <a:pt x="108760" y="3330"/>
                </a:cubicBezTo>
                <a:close/>
                <a:moveTo>
                  <a:pt x="75436" y="36654"/>
                </a:moveTo>
                <a:lnTo>
                  <a:pt x="3330" y="108760"/>
                </a:lnTo>
                <a:cubicBezTo>
                  <a:pt x="1201" y="110916"/>
                  <a:pt x="0" y="113809"/>
                  <a:pt x="0" y="116811"/>
                </a:cubicBezTo>
                <a:cubicBezTo>
                  <a:pt x="0" y="119813"/>
                  <a:pt x="1201" y="122706"/>
                  <a:pt x="3330" y="124862"/>
                </a:cubicBezTo>
                <a:lnTo>
                  <a:pt x="14874" y="136407"/>
                </a:lnTo>
                <a:cubicBezTo>
                  <a:pt x="17030" y="138536"/>
                  <a:pt x="19923" y="139736"/>
                  <a:pt x="22926" y="139736"/>
                </a:cubicBezTo>
                <a:cubicBezTo>
                  <a:pt x="25928" y="139736"/>
                  <a:pt x="28821" y="138536"/>
                  <a:pt x="30977" y="136407"/>
                </a:cubicBezTo>
                <a:lnTo>
                  <a:pt x="103083" y="64301"/>
                </a:lnTo>
                <a:lnTo>
                  <a:pt x="75436" y="36654"/>
                </a:ln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20076" y="2767439"/>
            <a:ext cx="4646235" cy="209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Auto-Initialization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20076" y="3011977"/>
            <a:ext cx="4646235" cy="4192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4A6C8C"/>
                </a:solidFill>
                <a:highlight>
                  <a:srgbClr val="0D1117">
                    <a:alpha val="100000"/>
                  </a:srgbClr>
                </a:highlight>
                <a:ea typeface="MiSans" pitchFamily="34" charset="-122"/>
                <a:cs typeface="MiSans" pitchFamily="34" charset="-120"/>
              </a:rPr>
              <a:t>setup_files() </a:t>
            </a:r>
            <a:r>
              <a:rPr lang="en-US" sz="11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creates missing files on startup - no manual setup required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43663" y="3640791"/>
            <a:ext cx="5257582" cy="873352"/>
          </a:xfrm>
          <a:custGeom>
            <a:avLst/>
            <a:gdLst/>
            <a:ahLst/>
            <a:cxnLst/>
            <a:rect l="l" t="t" r="r" b="b"/>
            <a:pathLst>
              <a:path w="5257582" h="873352">
                <a:moveTo>
                  <a:pt x="34934" y="0"/>
                </a:moveTo>
                <a:lnTo>
                  <a:pt x="5187713" y="0"/>
                </a:lnTo>
                <a:cubicBezTo>
                  <a:pt x="5226301" y="0"/>
                  <a:pt x="5257582" y="31281"/>
                  <a:pt x="5257582" y="69868"/>
                </a:cubicBezTo>
                <a:lnTo>
                  <a:pt x="5257582" y="803484"/>
                </a:lnTo>
                <a:cubicBezTo>
                  <a:pt x="5257582" y="842071"/>
                  <a:pt x="5226301" y="873352"/>
                  <a:pt x="5187713" y="873352"/>
                </a:cubicBezTo>
                <a:lnTo>
                  <a:pt x="34934" y="873352"/>
                </a:lnTo>
                <a:cubicBezTo>
                  <a:pt x="15641" y="873352"/>
                  <a:pt x="0" y="857712"/>
                  <a:pt x="0" y="838418"/>
                </a:cubicBezTo>
                <a:lnTo>
                  <a:pt x="0" y="34934"/>
                </a:lnTo>
                <a:cubicBezTo>
                  <a:pt x="0" y="15653"/>
                  <a:pt x="15653" y="0"/>
                  <a:pt x="34934" y="0"/>
                </a:cubicBezTo>
                <a:close/>
              </a:path>
            </a:pathLst>
          </a:custGeom>
          <a:solidFill>
            <a:srgbClr val="1A2332">
              <a:alpha val="50196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43663" y="3640791"/>
            <a:ext cx="34934" cy="873352"/>
          </a:xfrm>
          <a:custGeom>
            <a:avLst/>
            <a:gdLst/>
            <a:ahLst/>
            <a:cxnLst/>
            <a:rect l="l" t="t" r="r" b="b"/>
            <a:pathLst>
              <a:path w="34934" h="873352">
                <a:moveTo>
                  <a:pt x="34934" y="0"/>
                </a:moveTo>
                <a:lnTo>
                  <a:pt x="34934" y="0"/>
                </a:lnTo>
                <a:lnTo>
                  <a:pt x="34934" y="873352"/>
                </a:lnTo>
                <a:lnTo>
                  <a:pt x="34934" y="873352"/>
                </a:lnTo>
                <a:cubicBezTo>
                  <a:pt x="15641" y="873352"/>
                  <a:pt x="0" y="857712"/>
                  <a:pt x="0" y="838418"/>
                </a:cubicBezTo>
                <a:lnTo>
                  <a:pt x="0" y="34934"/>
                </a:lnTo>
                <a:cubicBezTo>
                  <a:pt x="0" y="15653"/>
                  <a:pt x="15653" y="0"/>
                  <a:pt x="34934" y="0"/>
                </a:cubicBezTo>
                <a:close/>
              </a:path>
            </a:pathLst>
          </a:custGeom>
          <a:solidFill>
            <a:srgbClr val="788A9C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65933" y="3745593"/>
            <a:ext cx="349341" cy="349341"/>
          </a:xfrm>
          <a:custGeom>
            <a:avLst/>
            <a:gdLst/>
            <a:ahLst/>
            <a:cxnLst/>
            <a:rect l="l" t="t" r="r" b="b"/>
            <a:pathLst>
              <a:path w="349341" h="349341">
                <a:moveTo>
                  <a:pt x="69868" y="0"/>
                </a:moveTo>
                <a:lnTo>
                  <a:pt x="279473" y="0"/>
                </a:lnTo>
                <a:cubicBezTo>
                  <a:pt x="318034" y="0"/>
                  <a:pt x="349341" y="31307"/>
                  <a:pt x="349341" y="69868"/>
                </a:cubicBezTo>
                <a:lnTo>
                  <a:pt x="349341" y="279473"/>
                </a:lnTo>
                <a:cubicBezTo>
                  <a:pt x="349341" y="318034"/>
                  <a:pt x="318034" y="349341"/>
                  <a:pt x="279473" y="349341"/>
                </a:cubicBezTo>
                <a:lnTo>
                  <a:pt x="69868" y="349341"/>
                </a:lnTo>
                <a:cubicBezTo>
                  <a:pt x="31307" y="349341"/>
                  <a:pt x="0" y="318034"/>
                  <a:pt x="0" y="279473"/>
                </a:cubicBezTo>
                <a:lnTo>
                  <a:pt x="0" y="69868"/>
                </a:lnTo>
                <a:cubicBezTo>
                  <a:pt x="0" y="31307"/>
                  <a:pt x="31307" y="0"/>
                  <a:pt x="69868" y="0"/>
                </a:cubicBezTo>
                <a:close/>
              </a:path>
            </a:pathLst>
          </a:custGeom>
          <a:solidFill>
            <a:srgbClr val="788A9C">
              <a:alpha val="2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62001" y="3850396"/>
            <a:ext cx="157203" cy="139736"/>
          </a:xfrm>
          <a:custGeom>
            <a:avLst/>
            <a:gdLst/>
            <a:ahLst/>
            <a:cxnLst/>
            <a:rect l="l" t="t" r="r" b="b"/>
            <a:pathLst>
              <a:path w="157203" h="139736">
                <a:moveTo>
                  <a:pt x="26201" y="0"/>
                </a:moveTo>
                <a:cubicBezTo>
                  <a:pt x="16566" y="0"/>
                  <a:pt x="8734" y="7833"/>
                  <a:pt x="8734" y="17467"/>
                </a:cubicBezTo>
                <a:lnTo>
                  <a:pt x="8734" y="122269"/>
                </a:lnTo>
                <a:cubicBezTo>
                  <a:pt x="8734" y="131904"/>
                  <a:pt x="16566" y="139736"/>
                  <a:pt x="26201" y="139736"/>
                </a:cubicBezTo>
                <a:lnTo>
                  <a:pt x="48034" y="139736"/>
                </a:lnTo>
                <a:lnTo>
                  <a:pt x="48034" y="109169"/>
                </a:lnTo>
                <a:cubicBezTo>
                  <a:pt x="48034" y="99535"/>
                  <a:pt x="55867" y="91702"/>
                  <a:pt x="65501" y="91702"/>
                </a:cubicBezTo>
                <a:lnTo>
                  <a:pt x="113536" y="91702"/>
                </a:lnTo>
                <a:lnTo>
                  <a:pt x="113536" y="46533"/>
                </a:lnTo>
                <a:cubicBezTo>
                  <a:pt x="113536" y="41894"/>
                  <a:pt x="111707" y="37445"/>
                  <a:pt x="108432" y="34170"/>
                </a:cubicBezTo>
                <a:lnTo>
                  <a:pt x="79339" y="5104"/>
                </a:lnTo>
                <a:cubicBezTo>
                  <a:pt x="76064" y="1829"/>
                  <a:pt x="71642" y="0"/>
                  <a:pt x="67003" y="0"/>
                </a:cubicBezTo>
                <a:lnTo>
                  <a:pt x="26201" y="0"/>
                </a:lnTo>
                <a:close/>
                <a:moveTo>
                  <a:pt x="97570" y="48034"/>
                </a:moveTo>
                <a:lnTo>
                  <a:pt x="72052" y="48034"/>
                </a:lnTo>
                <a:cubicBezTo>
                  <a:pt x="68422" y="48034"/>
                  <a:pt x="65501" y="45114"/>
                  <a:pt x="65501" y="41484"/>
                </a:cubicBezTo>
                <a:lnTo>
                  <a:pt x="65501" y="15966"/>
                </a:lnTo>
                <a:lnTo>
                  <a:pt x="97570" y="48034"/>
                </a:lnTo>
                <a:close/>
                <a:moveTo>
                  <a:pt x="72052" y="103711"/>
                </a:moveTo>
                <a:cubicBezTo>
                  <a:pt x="65420" y="103711"/>
                  <a:pt x="60043" y="109087"/>
                  <a:pt x="60043" y="115719"/>
                </a:cubicBezTo>
                <a:lnTo>
                  <a:pt x="60043" y="137553"/>
                </a:lnTo>
                <a:cubicBezTo>
                  <a:pt x="60043" y="144185"/>
                  <a:pt x="65420" y="149562"/>
                  <a:pt x="72052" y="149562"/>
                </a:cubicBezTo>
                <a:lnTo>
                  <a:pt x="76418" y="149562"/>
                </a:lnTo>
                <a:cubicBezTo>
                  <a:pt x="83050" y="149562"/>
                  <a:pt x="88427" y="144185"/>
                  <a:pt x="88427" y="137553"/>
                </a:cubicBezTo>
                <a:lnTo>
                  <a:pt x="88427" y="135370"/>
                </a:lnTo>
                <a:cubicBezTo>
                  <a:pt x="88427" y="132367"/>
                  <a:pt x="85971" y="129911"/>
                  <a:pt x="82968" y="129911"/>
                </a:cubicBezTo>
                <a:cubicBezTo>
                  <a:pt x="79966" y="129911"/>
                  <a:pt x="77510" y="132367"/>
                  <a:pt x="77510" y="135370"/>
                </a:cubicBezTo>
                <a:lnTo>
                  <a:pt x="77510" y="137553"/>
                </a:lnTo>
                <a:cubicBezTo>
                  <a:pt x="77510" y="138153"/>
                  <a:pt x="77019" y="138645"/>
                  <a:pt x="76418" y="138645"/>
                </a:cubicBezTo>
                <a:lnTo>
                  <a:pt x="72052" y="138645"/>
                </a:lnTo>
                <a:cubicBezTo>
                  <a:pt x="71451" y="138645"/>
                  <a:pt x="70960" y="138153"/>
                  <a:pt x="70960" y="137553"/>
                </a:cubicBezTo>
                <a:lnTo>
                  <a:pt x="70960" y="115719"/>
                </a:lnTo>
                <a:cubicBezTo>
                  <a:pt x="70960" y="115119"/>
                  <a:pt x="71451" y="114628"/>
                  <a:pt x="72052" y="114628"/>
                </a:cubicBezTo>
                <a:lnTo>
                  <a:pt x="76418" y="114628"/>
                </a:lnTo>
                <a:cubicBezTo>
                  <a:pt x="77019" y="114628"/>
                  <a:pt x="77510" y="115119"/>
                  <a:pt x="77510" y="115719"/>
                </a:cubicBezTo>
                <a:lnTo>
                  <a:pt x="77510" y="117903"/>
                </a:lnTo>
                <a:cubicBezTo>
                  <a:pt x="77510" y="120905"/>
                  <a:pt x="79966" y="123361"/>
                  <a:pt x="82968" y="123361"/>
                </a:cubicBezTo>
                <a:cubicBezTo>
                  <a:pt x="85971" y="123361"/>
                  <a:pt x="88427" y="120905"/>
                  <a:pt x="88427" y="117903"/>
                </a:cubicBezTo>
                <a:lnTo>
                  <a:pt x="88427" y="115719"/>
                </a:lnTo>
                <a:cubicBezTo>
                  <a:pt x="88427" y="109087"/>
                  <a:pt x="83050" y="103711"/>
                  <a:pt x="76418" y="103711"/>
                </a:cubicBezTo>
                <a:lnTo>
                  <a:pt x="72052" y="103711"/>
                </a:lnTo>
                <a:close/>
                <a:moveTo>
                  <a:pt x="109169" y="103711"/>
                </a:moveTo>
                <a:cubicBezTo>
                  <a:pt x="101336" y="103711"/>
                  <a:pt x="94977" y="110070"/>
                  <a:pt x="94977" y="117903"/>
                </a:cubicBezTo>
                <a:cubicBezTo>
                  <a:pt x="94977" y="125735"/>
                  <a:pt x="101336" y="132095"/>
                  <a:pt x="109169" y="132095"/>
                </a:cubicBezTo>
                <a:cubicBezTo>
                  <a:pt x="110970" y="132095"/>
                  <a:pt x="112444" y="133568"/>
                  <a:pt x="112444" y="135370"/>
                </a:cubicBezTo>
                <a:cubicBezTo>
                  <a:pt x="112444" y="137171"/>
                  <a:pt x="110970" y="138645"/>
                  <a:pt x="109169" y="138645"/>
                </a:cubicBezTo>
                <a:lnTo>
                  <a:pt x="100436" y="138645"/>
                </a:lnTo>
                <a:cubicBezTo>
                  <a:pt x="97433" y="138645"/>
                  <a:pt x="94977" y="141101"/>
                  <a:pt x="94977" y="144103"/>
                </a:cubicBezTo>
                <a:cubicBezTo>
                  <a:pt x="94977" y="147105"/>
                  <a:pt x="97433" y="149562"/>
                  <a:pt x="100436" y="149562"/>
                </a:cubicBezTo>
                <a:lnTo>
                  <a:pt x="109169" y="149562"/>
                </a:lnTo>
                <a:cubicBezTo>
                  <a:pt x="117002" y="149562"/>
                  <a:pt x="123361" y="143203"/>
                  <a:pt x="123361" y="135370"/>
                </a:cubicBezTo>
                <a:cubicBezTo>
                  <a:pt x="123361" y="127537"/>
                  <a:pt x="117002" y="121178"/>
                  <a:pt x="109169" y="121178"/>
                </a:cubicBezTo>
                <a:cubicBezTo>
                  <a:pt x="107368" y="121178"/>
                  <a:pt x="105894" y="119704"/>
                  <a:pt x="105894" y="117903"/>
                </a:cubicBezTo>
                <a:cubicBezTo>
                  <a:pt x="105894" y="116101"/>
                  <a:pt x="107368" y="114628"/>
                  <a:pt x="109169" y="114628"/>
                </a:cubicBezTo>
                <a:lnTo>
                  <a:pt x="115719" y="114628"/>
                </a:lnTo>
                <a:cubicBezTo>
                  <a:pt x="118721" y="114628"/>
                  <a:pt x="121178" y="112171"/>
                  <a:pt x="121178" y="109169"/>
                </a:cubicBezTo>
                <a:cubicBezTo>
                  <a:pt x="121178" y="106167"/>
                  <a:pt x="118721" y="103711"/>
                  <a:pt x="115719" y="103711"/>
                </a:cubicBezTo>
                <a:lnTo>
                  <a:pt x="109169" y="103711"/>
                </a:lnTo>
                <a:close/>
                <a:moveTo>
                  <a:pt x="135370" y="103711"/>
                </a:moveTo>
                <a:cubicBezTo>
                  <a:pt x="132367" y="103711"/>
                  <a:pt x="129911" y="106167"/>
                  <a:pt x="129911" y="109169"/>
                </a:cubicBezTo>
                <a:lnTo>
                  <a:pt x="129911" y="117793"/>
                </a:lnTo>
                <a:cubicBezTo>
                  <a:pt x="129911" y="127482"/>
                  <a:pt x="132777" y="136980"/>
                  <a:pt x="138153" y="145031"/>
                </a:cubicBezTo>
                <a:lnTo>
                  <a:pt x="139545" y="147133"/>
                </a:lnTo>
                <a:cubicBezTo>
                  <a:pt x="140555" y="148661"/>
                  <a:pt x="142275" y="149562"/>
                  <a:pt x="144076" y="149562"/>
                </a:cubicBezTo>
                <a:cubicBezTo>
                  <a:pt x="145877" y="149562"/>
                  <a:pt x="147597" y="148661"/>
                  <a:pt x="148606" y="147133"/>
                </a:cubicBezTo>
                <a:lnTo>
                  <a:pt x="149998" y="145031"/>
                </a:lnTo>
                <a:cubicBezTo>
                  <a:pt x="155375" y="136953"/>
                  <a:pt x="158241" y="127482"/>
                  <a:pt x="158241" y="117793"/>
                </a:cubicBezTo>
                <a:lnTo>
                  <a:pt x="158241" y="109169"/>
                </a:lnTo>
                <a:cubicBezTo>
                  <a:pt x="158241" y="106167"/>
                  <a:pt x="155784" y="103711"/>
                  <a:pt x="152782" y="103711"/>
                </a:cubicBezTo>
                <a:cubicBezTo>
                  <a:pt x="149780" y="103711"/>
                  <a:pt x="147324" y="106167"/>
                  <a:pt x="147324" y="109169"/>
                </a:cubicBezTo>
                <a:lnTo>
                  <a:pt x="147324" y="117793"/>
                </a:lnTo>
                <a:cubicBezTo>
                  <a:pt x="147324" y="123143"/>
                  <a:pt x="146205" y="128410"/>
                  <a:pt x="144049" y="133268"/>
                </a:cubicBezTo>
                <a:cubicBezTo>
                  <a:pt x="141892" y="128410"/>
                  <a:pt x="140773" y="123143"/>
                  <a:pt x="140773" y="117793"/>
                </a:cubicBezTo>
                <a:lnTo>
                  <a:pt x="140773" y="109169"/>
                </a:lnTo>
                <a:cubicBezTo>
                  <a:pt x="140773" y="106167"/>
                  <a:pt x="138317" y="103711"/>
                  <a:pt x="135315" y="103711"/>
                </a:cubicBezTo>
                <a:close/>
              </a:path>
            </a:pathLst>
          </a:custGeom>
          <a:solidFill>
            <a:srgbClr val="788A9C"/>
          </a:solidFill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20076" y="3745593"/>
            <a:ext cx="4646235" cy="209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CSV Format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20076" y="3990132"/>
            <a:ext cx="4646235" cy="4192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Comma-separated values in plain .txt files for human readability and easy debugging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48032" y="4839029"/>
            <a:ext cx="5631377" cy="740603"/>
          </a:xfrm>
          <a:custGeom>
            <a:avLst/>
            <a:gdLst/>
            <a:ahLst/>
            <a:cxnLst/>
            <a:rect l="l" t="t" r="r" b="b"/>
            <a:pathLst>
              <a:path w="5631377" h="740603">
                <a:moveTo>
                  <a:pt x="69868" y="0"/>
                </a:moveTo>
                <a:lnTo>
                  <a:pt x="5561508" y="0"/>
                </a:lnTo>
                <a:cubicBezTo>
                  <a:pt x="5600095" y="0"/>
                  <a:pt x="5631377" y="31281"/>
                  <a:pt x="5631377" y="69868"/>
                </a:cubicBezTo>
                <a:lnTo>
                  <a:pt x="5631377" y="670734"/>
                </a:lnTo>
                <a:cubicBezTo>
                  <a:pt x="5631377" y="709322"/>
                  <a:pt x="5600095" y="740603"/>
                  <a:pt x="5561508" y="740603"/>
                </a:cubicBezTo>
                <a:lnTo>
                  <a:pt x="69868" y="740603"/>
                </a:lnTo>
                <a:cubicBezTo>
                  <a:pt x="31307" y="740603"/>
                  <a:pt x="0" y="709296"/>
                  <a:pt x="0" y="670734"/>
                </a:cubicBezTo>
                <a:lnTo>
                  <a:pt x="0" y="69868"/>
                </a:lnTo>
                <a:cubicBezTo>
                  <a:pt x="0" y="31307"/>
                  <a:pt x="31307" y="0"/>
                  <a:pt x="69868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4E">
                  <a:alpha val="20000"/>
                </a:srgbClr>
              </a:gs>
              <a:gs pos="100000">
                <a:srgbClr val="4A6C8C">
                  <a:alpha val="20000"/>
                </a:srgbClr>
              </a:gs>
            </a:gsLst>
            <a:lin ang="2700000" scaled="1"/>
          </a:gradFill>
          <a:ln w="10160">
            <a:solidFill>
              <a:srgbClr val="D4A24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43663" y="5104526"/>
            <a:ext cx="157203" cy="209605"/>
          </a:xfrm>
          <a:custGeom>
            <a:avLst/>
            <a:gdLst/>
            <a:ahLst/>
            <a:cxnLst/>
            <a:rect l="l" t="t" r="r" b="b"/>
            <a:pathLst>
              <a:path w="157203" h="209605">
                <a:moveTo>
                  <a:pt x="119909" y="157203"/>
                </a:moveTo>
                <a:cubicBezTo>
                  <a:pt x="122897" y="148074"/>
                  <a:pt x="128874" y="139805"/>
                  <a:pt x="135629" y="132681"/>
                </a:cubicBezTo>
                <a:cubicBezTo>
                  <a:pt x="149016" y="118599"/>
                  <a:pt x="157203" y="99562"/>
                  <a:pt x="157203" y="78602"/>
                </a:cubicBezTo>
                <a:cubicBezTo>
                  <a:pt x="157203" y="35207"/>
                  <a:pt x="121996" y="0"/>
                  <a:pt x="78602" y="0"/>
                </a:cubicBezTo>
                <a:cubicBezTo>
                  <a:pt x="35207" y="0"/>
                  <a:pt x="0" y="35207"/>
                  <a:pt x="0" y="78602"/>
                </a:cubicBezTo>
                <a:cubicBezTo>
                  <a:pt x="0" y="99562"/>
                  <a:pt x="8188" y="118599"/>
                  <a:pt x="21575" y="132681"/>
                </a:cubicBezTo>
                <a:cubicBezTo>
                  <a:pt x="28329" y="139805"/>
                  <a:pt x="34347" y="148074"/>
                  <a:pt x="37295" y="157203"/>
                </a:cubicBezTo>
                <a:lnTo>
                  <a:pt x="119868" y="157203"/>
                </a:lnTo>
                <a:close/>
                <a:moveTo>
                  <a:pt x="117903" y="176854"/>
                </a:moveTo>
                <a:lnTo>
                  <a:pt x="39301" y="176854"/>
                </a:lnTo>
                <a:lnTo>
                  <a:pt x="39301" y="183404"/>
                </a:lnTo>
                <a:cubicBezTo>
                  <a:pt x="39301" y="201499"/>
                  <a:pt x="53957" y="216155"/>
                  <a:pt x="72052" y="216155"/>
                </a:cubicBezTo>
                <a:lnTo>
                  <a:pt x="85152" y="216155"/>
                </a:lnTo>
                <a:cubicBezTo>
                  <a:pt x="103247" y="216155"/>
                  <a:pt x="117903" y="201499"/>
                  <a:pt x="117903" y="183404"/>
                </a:cubicBezTo>
                <a:lnTo>
                  <a:pt x="117903" y="176854"/>
                </a:lnTo>
                <a:close/>
                <a:moveTo>
                  <a:pt x="75327" y="45851"/>
                </a:moveTo>
                <a:cubicBezTo>
                  <a:pt x="59033" y="45851"/>
                  <a:pt x="45851" y="59033"/>
                  <a:pt x="45851" y="75327"/>
                </a:cubicBezTo>
                <a:cubicBezTo>
                  <a:pt x="45851" y="80771"/>
                  <a:pt x="41471" y="85152"/>
                  <a:pt x="36026" y="85152"/>
                </a:cubicBezTo>
                <a:cubicBezTo>
                  <a:pt x="30581" y="85152"/>
                  <a:pt x="26201" y="80771"/>
                  <a:pt x="26201" y="75327"/>
                </a:cubicBezTo>
                <a:cubicBezTo>
                  <a:pt x="26201" y="48184"/>
                  <a:pt x="48184" y="26201"/>
                  <a:pt x="75327" y="26201"/>
                </a:cubicBezTo>
                <a:cubicBezTo>
                  <a:pt x="80771" y="26201"/>
                  <a:pt x="85152" y="30581"/>
                  <a:pt x="85152" y="36026"/>
                </a:cubicBezTo>
                <a:cubicBezTo>
                  <a:pt x="85152" y="41471"/>
                  <a:pt x="80771" y="45851"/>
                  <a:pt x="75327" y="45851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58070" y="4982257"/>
            <a:ext cx="3563278" cy="209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Design Principle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58070" y="5191862"/>
            <a:ext cx="3572011" cy="2445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4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Single Responsibility - dedicated helpers for all I/O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097529" y="1122040"/>
            <a:ext cx="5631377" cy="5273302"/>
          </a:xfrm>
          <a:custGeom>
            <a:avLst/>
            <a:gdLst/>
            <a:ahLst/>
            <a:cxnLst/>
            <a:rect l="l" t="t" r="r" b="b"/>
            <a:pathLst>
              <a:path w="5631377" h="5273302">
                <a:moveTo>
                  <a:pt x="69871" y="0"/>
                </a:moveTo>
                <a:lnTo>
                  <a:pt x="5561505" y="0"/>
                </a:lnTo>
                <a:cubicBezTo>
                  <a:pt x="5600094" y="0"/>
                  <a:pt x="5631377" y="31282"/>
                  <a:pt x="5631377" y="69871"/>
                </a:cubicBezTo>
                <a:lnTo>
                  <a:pt x="5631377" y="5203431"/>
                </a:lnTo>
                <a:cubicBezTo>
                  <a:pt x="5631377" y="5242020"/>
                  <a:pt x="5600094" y="5273302"/>
                  <a:pt x="5561505" y="5273302"/>
                </a:cubicBezTo>
                <a:lnTo>
                  <a:pt x="69871" y="5273302"/>
                </a:lnTo>
                <a:cubicBezTo>
                  <a:pt x="31282" y="5273302"/>
                  <a:pt x="0" y="5242020"/>
                  <a:pt x="0" y="5203431"/>
                </a:cubicBezTo>
                <a:lnTo>
                  <a:pt x="0" y="69871"/>
                </a:lnTo>
                <a:cubicBezTo>
                  <a:pt x="0" y="31308"/>
                  <a:pt x="31308" y="0"/>
                  <a:pt x="69871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297526" y="1335141"/>
            <a:ext cx="174670" cy="174670"/>
          </a:xfrm>
          <a:custGeom>
            <a:avLst/>
            <a:gdLst/>
            <a:ahLst/>
            <a:cxnLst/>
            <a:rect l="l" t="t" r="r" b="b"/>
            <a:pathLst>
              <a:path w="174670" h="174670">
                <a:moveTo>
                  <a:pt x="87335" y="0"/>
                </a:moveTo>
                <a:cubicBezTo>
                  <a:pt x="88905" y="0"/>
                  <a:pt x="90474" y="341"/>
                  <a:pt x="91907" y="989"/>
                </a:cubicBezTo>
                <a:lnTo>
                  <a:pt x="156180" y="28247"/>
                </a:lnTo>
                <a:cubicBezTo>
                  <a:pt x="163685" y="31420"/>
                  <a:pt x="169280" y="38823"/>
                  <a:pt x="169246" y="47761"/>
                </a:cubicBezTo>
                <a:cubicBezTo>
                  <a:pt x="169076" y="81604"/>
                  <a:pt x="155157" y="143523"/>
                  <a:pt x="96376" y="171668"/>
                </a:cubicBezTo>
                <a:cubicBezTo>
                  <a:pt x="90679" y="174398"/>
                  <a:pt x="84060" y="174398"/>
                  <a:pt x="78363" y="171668"/>
                </a:cubicBezTo>
                <a:cubicBezTo>
                  <a:pt x="19548" y="143523"/>
                  <a:pt x="5663" y="81604"/>
                  <a:pt x="5493" y="47761"/>
                </a:cubicBezTo>
                <a:cubicBezTo>
                  <a:pt x="5458" y="38823"/>
                  <a:pt x="11053" y="31420"/>
                  <a:pt x="18559" y="28247"/>
                </a:cubicBezTo>
                <a:lnTo>
                  <a:pt x="82798" y="989"/>
                </a:lnTo>
                <a:cubicBezTo>
                  <a:pt x="84231" y="341"/>
                  <a:pt x="85766" y="0"/>
                  <a:pt x="87335" y="0"/>
                </a:cubicBezTo>
                <a:close/>
                <a:moveTo>
                  <a:pt x="87335" y="22789"/>
                </a:moveTo>
                <a:lnTo>
                  <a:pt x="87335" y="151779"/>
                </a:lnTo>
                <a:cubicBezTo>
                  <a:pt x="134414" y="128990"/>
                  <a:pt x="147071" y="78499"/>
                  <a:pt x="147378" y="48273"/>
                </a:cubicBezTo>
                <a:lnTo>
                  <a:pt x="87335" y="22823"/>
                </a:lnTo>
                <a:lnTo>
                  <a:pt x="87335" y="22823"/>
                </a:ln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94031" y="1300206"/>
            <a:ext cx="5144046" cy="2445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375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Exception Handling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93160" y="1684482"/>
            <a:ext cx="5257582" cy="628814"/>
          </a:xfrm>
          <a:custGeom>
            <a:avLst/>
            <a:gdLst/>
            <a:ahLst/>
            <a:cxnLst/>
            <a:rect l="l" t="t" r="r" b="b"/>
            <a:pathLst>
              <a:path w="5257582" h="628814">
                <a:moveTo>
                  <a:pt x="34934" y="0"/>
                </a:moveTo>
                <a:lnTo>
                  <a:pt x="5187714" y="0"/>
                </a:lnTo>
                <a:cubicBezTo>
                  <a:pt x="5226301" y="0"/>
                  <a:pt x="5257582" y="31281"/>
                  <a:pt x="5257582" y="69867"/>
                </a:cubicBezTo>
                <a:lnTo>
                  <a:pt x="5257582" y="558946"/>
                </a:lnTo>
                <a:cubicBezTo>
                  <a:pt x="5257582" y="597533"/>
                  <a:pt x="5226301" y="628814"/>
                  <a:pt x="5187714" y="628814"/>
                </a:cubicBezTo>
                <a:lnTo>
                  <a:pt x="34934" y="628814"/>
                </a:lnTo>
                <a:cubicBezTo>
                  <a:pt x="15641" y="628814"/>
                  <a:pt x="0" y="613173"/>
                  <a:pt x="0" y="593880"/>
                </a:cubicBezTo>
                <a:lnTo>
                  <a:pt x="0" y="34934"/>
                </a:lnTo>
                <a:cubicBezTo>
                  <a:pt x="0" y="15653"/>
                  <a:pt x="15653" y="0"/>
                  <a:pt x="34934" y="0"/>
                </a:cubicBezTo>
                <a:close/>
              </a:path>
            </a:pathLst>
          </a:custGeom>
          <a:solidFill>
            <a:srgbClr val="1A2332">
              <a:alpha val="50196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293160" y="1684482"/>
            <a:ext cx="34934" cy="628814"/>
          </a:xfrm>
          <a:custGeom>
            <a:avLst/>
            <a:gdLst/>
            <a:ahLst/>
            <a:cxnLst/>
            <a:rect l="l" t="t" r="r" b="b"/>
            <a:pathLst>
              <a:path w="34934" h="628814">
                <a:moveTo>
                  <a:pt x="34934" y="0"/>
                </a:moveTo>
                <a:lnTo>
                  <a:pt x="34934" y="0"/>
                </a:lnTo>
                <a:lnTo>
                  <a:pt x="34934" y="628814"/>
                </a:lnTo>
                <a:lnTo>
                  <a:pt x="34934" y="628814"/>
                </a:lnTo>
                <a:cubicBezTo>
                  <a:pt x="15641" y="628814"/>
                  <a:pt x="0" y="613173"/>
                  <a:pt x="0" y="593880"/>
                </a:cubicBezTo>
                <a:lnTo>
                  <a:pt x="0" y="34934"/>
                </a:lnTo>
                <a:cubicBezTo>
                  <a:pt x="0" y="15653"/>
                  <a:pt x="15653" y="0"/>
                  <a:pt x="34934" y="0"/>
                </a:cubicBezTo>
                <a:close/>
              </a:path>
            </a:pathLst>
          </a:custGeom>
          <a:solidFill>
            <a:srgbClr val="E74C3C"/>
          </a:solidFill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432896" y="1929020"/>
            <a:ext cx="139736" cy="139736"/>
          </a:xfrm>
          <a:custGeom>
            <a:avLst/>
            <a:gdLst/>
            <a:ahLst/>
            <a:cxnLst/>
            <a:rect l="l" t="t" r="r" b="b"/>
            <a:pathLst>
              <a:path w="139736" h="139736">
                <a:moveTo>
                  <a:pt x="69868" y="139736"/>
                </a:moveTo>
                <a:cubicBezTo>
                  <a:pt x="108430" y="139736"/>
                  <a:pt x="139736" y="108430"/>
                  <a:pt x="139736" y="69868"/>
                </a:cubicBezTo>
                <a:cubicBezTo>
                  <a:pt x="139736" y="31307"/>
                  <a:pt x="108430" y="0"/>
                  <a:pt x="69868" y="0"/>
                </a:cubicBezTo>
                <a:cubicBezTo>
                  <a:pt x="31307" y="0"/>
                  <a:pt x="0" y="31307"/>
                  <a:pt x="0" y="69868"/>
                </a:cubicBezTo>
                <a:cubicBezTo>
                  <a:pt x="0" y="108430"/>
                  <a:pt x="31307" y="139736"/>
                  <a:pt x="69868" y="139736"/>
                </a:cubicBezTo>
                <a:close/>
                <a:moveTo>
                  <a:pt x="69868" y="37117"/>
                </a:moveTo>
                <a:cubicBezTo>
                  <a:pt x="73498" y="37117"/>
                  <a:pt x="76418" y="40038"/>
                  <a:pt x="76418" y="43668"/>
                </a:cubicBezTo>
                <a:lnTo>
                  <a:pt x="76418" y="74235"/>
                </a:lnTo>
                <a:cubicBezTo>
                  <a:pt x="76418" y="77865"/>
                  <a:pt x="73498" y="80785"/>
                  <a:pt x="69868" y="80785"/>
                </a:cubicBezTo>
                <a:cubicBezTo>
                  <a:pt x="66238" y="80785"/>
                  <a:pt x="63318" y="77865"/>
                  <a:pt x="63318" y="74235"/>
                </a:cubicBezTo>
                <a:lnTo>
                  <a:pt x="63318" y="43668"/>
                </a:lnTo>
                <a:cubicBezTo>
                  <a:pt x="63318" y="40038"/>
                  <a:pt x="66238" y="37117"/>
                  <a:pt x="69868" y="37117"/>
                </a:cubicBezTo>
                <a:close/>
                <a:moveTo>
                  <a:pt x="62581" y="96069"/>
                </a:moveTo>
                <a:cubicBezTo>
                  <a:pt x="62415" y="93364"/>
                  <a:pt x="63764" y="90790"/>
                  <a:pt x="66083" y="89388"/>
                </a:cubicBezTo>
                <a:cubicBezTo>
                  <a:pt x="68402" y="87985"/>
                  <a:pt x="71307" y="87985"/>
                  <a:pt x="73626" y="89388"/>
                </a:cubicBezTo>
                <a:cubicBezTo>
                  <a:pt x="75945" y="90790"/>
                  <a:pt x="77294" y="93364"/>
                  <a:pt x="77128" y="96069"/>
                </a:cubicBezTo>
                <a:cubicBezTo>
                  <a:pt x="77294" y="98774"/>
                  <a:pt x="75945" y="101347"/>
                  <a:pt x="73626" y="102750"/>
                </a:cubicBezTo>
                <a:cubicBezTo>
                  <a:pt x="71307" y="104152"/>
                  <a:pt x="68402" y="104152"/>
                  <a:pt x="66083" y="102750"/>
                </a:cubicBezTo>
                <a:cubicBezTo>
                  <a:pt x="63764" y="101347"/>
                  <a:pt x="62415" y="98774"/>
                  <a:pt x="62581" y="96069"/>
                </a:cubicBezTo>
                <a:close/>
              </a:path>
            </a:pathLst>
          </a:custGeom>
          <a:solidFill>
            <a:srgbClr val="E74C3C"/>
          </a:solidFill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694902" y="1789284"/>
            <a:ext cx="1737971" cy="209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FileNotFoundError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694902" y="1998888"/>
            <a:ext cx="1737971" cy="209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→ Auto-creates missing file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293160" y="2383163"/>
            <a:ext cx="5257582" cy="628814"/>
          </a:xfrm>
          <a:custGeom>
            <a:avLst/>
            <a:gdLst/>
            <a:ahLst/>
            <a:cxnLst/>
            <a:rect l="l" t="t" r="r" b="b"/>
            <a:pathLst>
              <a:path w="5257582" h="628814">
                <a:moveTo>
                  <a:pt x="34934" y="0"/>
                </a:moveTo>
                <a:lnTo>
                  <a:pt x="5187714" y="0"/>
                </a:lnTo>
                <a:cubicBezTo>
                  <a:pt x="5226301" y="0"/>
                  <a:pt x="5257582" y="31281"/>
                  <a:pt x="5257582" y="69867"/>
                </a:cubicBezTo>
                <a:lnTo>
                  <a:pt x="5257582" y="558946"/>
                </a:lnTo>
                <a:cubicBezTo>
                  <a:pt x="5257582" y="597533"/>
                  <a:pt x="5226301" y="628814"/>
                  <a:pt x="5187714" y="628814"/>
                </a:cubicBezTo>
                <a:lnTo>
                  <a:pt x="34934" y="628814"/>
                </a:lnTo>
                <a:cubicBezTo>
                  <a:pt x="15641" y="628814"/>
                  <a:pt x="0" y="613173"/>
                  <a:pt x="0" y="593880"/>
                </a:cubicBezTo>
                <a:lnTo>
                  <a:pt x="0" y="34934"/>
                </a:lnTo>
                <a:cubicBezTo>
                  <a:pt x="0" y="15653"/>
                  <a:pt x="15653" y="0"/>
                  <a:pt x="34934" y="0"/>
                </a:cubicBezTo>
                <a:close/>
              </a:path>
            </a:pathLst>
          </a:custGeom>
          <a:solidFill>
            <a:srgbClr val="1A2332">
              <a:alpha val="50196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293160" y="2383163"/>
            <a:ext cx="34934" cy="628814"/>
          </a:xfrm>
          <a:custGeom>
            <a:avLst/>
            <a:gdLst/>
            <a:ahLst/>
            <a:cxnLst/>
            <a:rect l="l" t="t" r="r" b="b"/>
            <a:pathLst>
              <a:path w="34934" h="628814">
                <a:moveTo>
                  <a:pt x="34934" y="0"/>
                </a:moveTo>
                <a:lnTo>
                  <a:pt x="34934" y="0"/>
                </a:lnTo>
                <a:lnTo>
                  <a:pt x="34934" y="628814"/>
                </a:lnTo>
                <a:lnTo>
                  <a:pt x="34934" y="628814"/>
                </a:lnTo>
                <a:cubicBezTo>
                  <a:pt x="15641" y="628814"/>
                  <a:pt x="0" y="613173"/>
                  <a:pt x="0" y="593880"/>
                </a:cubicBezTo>
                <a:lnTo>
                  <a:pt x="0" y="34934"/>
                </a:lnTo>
                <a:cubicBezTo>
                  <a:pt x="0" y="15653"/>
                  <a:pt x="15653" y="0"/>
                  <a:pt x="34934" y="0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432896" y="2627702"/>
            <a:ext cx="139736" cy="139736"/>
          </a:xfrm>
          <a:custGeom>
            <a:avLst/>
            <a:gdLst/>
            <a:ahLst/>
            <a:cxnLst/>
            <a:rect l="l" t="t" r="r" b="b"/>
            <a:pathLst>
              <a:path w="139736" h="139736">
                <a:moveTo>
                  <a:pt x="69868" y="0"/>
                </a:moveTo>
                <a:cubicBezTo>
                  <a:pt x="73880" y="0"/>
                  <a:pt x="77565" y="2211"/>
                  <a:pt x="79475" y="5731"/>
                </a:cubicBezTo>
                <a:lnTo>
                  <a:pt x="138426" y="114900"/>
                </a:lnTo>
                <a:cubicBezTo>
                  <a:pt x="140255" y="118285"/>
                  <a:pt x="140173" y="122379"/>
                  <a:pt x="138208" y="125681"/>
                </a:cubicBezTo>
                <a:cubicBezTo>
                  <a:pt x="136243" y="128983"/>
                  <a:pt x="132668" y="131003"/>
                  <a:pt x="128819" y="131003"/>
                </a:cubicBezTo>
                <a:lnTo>
                  <a:pt x="10917" y="131003"/>
                </a:lnTo>
                <a:cubicBezTo>
                  <a:pt x="7069" y="131003"/>
                  <a:pt x="3521" y="128983"/>
                  <a:pt x="1528" y="125681"/>
                </a:cubicBezTo>
                <a:cubicBezTo>
                  <a:pt x="-464" y="122379"/>
                  <a:pt x="-519" y="118285"/>
                  <a:pt x="1310" y="114900"/>
                </a:cubicBezTo>
                <a:lnTo>
                  <a:pt x="60261" y="5731"/>
                </a:lnTo>
                <a:cubicBezTo>
                  <a:pt x="62172" y="2211"/>
                  <a:pt x="65856" y="0"/>
                  <a:pt x="69868" y="0"/>
                </a:cubicBezTo>
                <a:close/>
                <a:moveTo>
                  <a:pt x="69868" y="45851"/>
                </a:moveTo>
                <a:cubicBezTo>
                  <a:pt x="66238" y="45851"/>
                  <a:pt x="63318" y="48771"/>
                  <a:pt x="63318" y="52401"/>
                </a:cubicBezTo>
                <a:lnTo>
                  <a:pt x="63318" y="82968"/>
                </a:lnTo>
                <a:cubicBezTo>
                  <a:pt x="63318" y="86598"/>
                  <a:pt x="66238" y="89519"/>
                  <a:pt x="69868" y="89519"/>
                </a:cubicBezTo>
                <a:cubicBezTo>
                  <a:pt x="73498" y="89519"/>
                  <a:pt x="76418" y="86598"/>
                  <a:pt x="76418" y="82968"/>
                </a:cubicBezTo>
                <a:lnTo>
                  <a:pt x="76418" y="52401"/>
                </a:lnTo>
                <a:cubicBezTo>
                  <a:pt x="76418" y="48771"/>
                  <a:pt x="73498" y="45851"/>
                  <a:pt x="69868" y="45851"/>
                </a:cubicBezTo>
                <a:close/>
                <a:moveTo>
                  <a:pt x="77155" y="104802"/>
                </a:moveTo>
                <a:cubicBezTo>
                  <a:pt x="77321" y="102097"/>
                  <a:pt x="75972" y="99524"/>
                  <a:pt x="73653" y="98121"/>
                </a:cubicBezTo>
                <a:cubicBezTo>
                  <a:pt x="71335" y="96719"/>
                  <a:pt x="68429" y="96719"/>
                  <a:pt x="66110" y="98121"/>
                </a:cubicBezTo>
                <a:cubicBezTo>
                  <a:pt x="63792" y="99524"/>
                  <a:pt x="62443" y="102097"/>
                  <a:pt x="62608" y="104802"/>
                </a:cubicBezTo>
                <a:cubicBezTo>
                  <a:pt x="62443" y="107507"/>
                  <a:pt x="63792" y="110081"/>
                  <a:pt x="66110" y="111483"/>
                </a:cubicBezTo>
                <a:cubicBezTo>
                  <a:pt x="68429" y="112886"/>
                  <a:pt x="71335" y="112886"/>
                  <a:pt x="73653" y="111483"/>
                </a:cubicBezTo>
                <a:cubicBezTo>
                  <a:pt x="75972" y="110081"/>
                  <a:pt x="77321" y="107507"/>
                  <a:pt x="77155" y="104802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694902" y="2487966"/>
            <a:ext cx="1895175" cy="209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ValueError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694902" y="2697570"/>
            <a:ext cx="1895175" cy="209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→ Caught in grade input loops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293160" y="3081845"/>
            <a:ext cx="5257582" cy="628814"/>
          </a:xfrm>
          <a:custGeom>
            <a:avLst/>
            <a:gdLst/>
            <a:ahLst/>
            <a:cxnLst/>
            <a:rect l="l" t="t" r="r" b="b"/>
            <a:pathLst>
              <a:path w="5257582" h="628814">
                <a:moveTo>
                  <a:pt x="34934" y="0"/>
                </a:moveTo>
                <a:lnTo>
                  <a:pt x="5187714" y="0"/>
                </a:lnTo>
                <a:cubicBezTo>
                  <a:pt x="5226301" y="0"/>
                  <a:pt x="5257582" y="31281"/>
                  <a:pt x="5257582" y="69867"/>
                </a:cubicBezTo>
                <a:lnTo>
                  <a:pt x="5257582" y="558946"/>
                </a:lnTo>
                <a:cubicBezTo>
                  <a:pt x="5257582" y="597533"/>
                  <a:pt x="5226301" y="628814"/>
                  <a:pt x="5187714" y="628814"/>
                </a:cubicBezTo>
                <a:lnTo>
                  <a:pt x="34934" y="628814"/>
                </a:lnTo>
                <a:cubicBezTo>
                  <a:pt x="15641" y="628814"/>
                  <a:pt x="0" y="613173"/>
                  <a:pt x="0" y="593880"/>
                </a:cubicBezTo>
                <a:lnTo>
                  <a:pt x="0" y="34934"/>
                </a:lnTo>
                <a:cubicBezTo>
                  <a:pt x="0" y="15653"/>
                  <a:pt x="15653" y="0"/>
                  <a:pt x="34934" y="0"/>
                </a:cubicBezTo>
                <a:close/>
              </a:path>
            </a:pathLst>
          </a:custGeom>
          <a:solidFill>
            <a:srgbClr val="1A2332">
              <a:alpha val="50196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293160" y="3081845"/>
            <a:ext cx="34934" cy="628814"/>
          </a:xfrm>
          <a:custGeom>
            <a:avLst/>
            <a:gdLst/>
            <a:ahLst/>
            <a:cxnLst/>
            <a:rect l="l" t="t" r="r" b="b"/>
            <a:pathLst>
              <a:path w="34934" h="628814">
                <a:moveTo>
                  <a:pt x="34934" y="0"/>
                </a:moveTo>
                <a:lnTo>
                  <a:pt x="34934" y="0"/>
                </a:lnTo>
                <a:lnTo>
                  <a:pt x="34934" y="628814"/>
                </a:lnTo>
                <a:lnTo>
                  <a:pt x="34934" y="628814"/>
                </a:lnTo>
                <a:cubicBezTo>
                  <a:pt x="15641" y="628814"/>
                  <a:pt x="0" y="613173"/>
                  <a:pt x="0" y="593880"/>
                </a:cubicBezTo>
                <a:lnTo>
                  <a:pt x="0" y="34934"/>
                </a:lnTo>
                <a:cubicBezTo>
                  <a:pt x="0" y="15653"/>
                  <a:pt x="15653" y="0"/>
                  <a:pt x="34934" y="0"/>
                </a:cubicBez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424163" y="3326384"/>
            <a:ext cx="157203" cy="139736"/>
          </a:xfrm>
          <a:custGeom>
            <a:avLst/>
            <a:gdLst/>
            <a:ahLst/>
            <a:cxnLst/>
            <a:rect l="l" t="t" r="r" b="b"/>
            <a:pathLst>
              <a:path w="157203" h="139736">
                <a:moveTo>
                  <a:pt x="52401" y="26201"/>
                </a:moveTo>
                <a:cubicBezTo>
                  <a:pt x="52401" y="11736"/>
                  <a:pt x="64137" y="0"/>
                  <a:pt x="78602" y="0"/>
                </a:cubicBezTo>
                <a:cubicBezTo>
                  <a:pt x="93067" y="0"/>
                  <a:pt x="104802" y="11736"/>
                  <a:pt x="104802" y="26201"/>
                </a:cubicBezTo>
                <a:lnTo>
                  <a:pt x="104802" y="27183"/>
                </a:lnTo>
                <a:cubicBezTo>
                  <a:pt x="104802" y="31468"/>
                  <a:pt x="101336" y="34934"/>
                  <a:pt x="97051" y="34934"/>
                </a:cubicBezTo>
                <a:lnTo>
                  <a:pt x="60179" y="34934"/>
                </a:lnTo>
                <a:cubicBezTo>
                  <a:pt x="55895" y="34934"/>
                  <a:pt x="52428" y="31468"/>
                  <a:pt x="52428" y="27183"/>
                </a:cubicBezTo>
                <a:lnTo>
                  <a:pt x="52428" y="26201"/>
                </a:lnTo>
                <a:close/>
                <a:moveTo>
                  <a:pt x="146723" y="29694"/>
                </a:moveTo>
                <a:cubicBezTo>
                  <a:pt x="149616" y="33542"/>
                  <a:pt x="148825" y="39028"/>
                  <a:pt x="144977" y="41921"/>
                </a:cubicBezTo>
                <a:lnTo>
                  <a:pt x="118285" y="61926"/>
                </a:lnTo>
                <a:cubicBezTo>
                  <a:pt x="119731" y="64355"/>
                  <a:pt x="120823" y="67030"/>
                  <a:pt x="121505" y="69868"/>
                </a:cubicBezTo>
                <a:lnTo>
                  <a:pt x="148470" y="69868"/>
                </a:lnTo>
                <a:cubicBezTo>
                  <a:pt x="153301" y="69868"/>
                  <a:pt x="157203" y="73771"/>
                  <a:pt x="157203" y="78602"/>
                </a:cubicBezTo>
                <a:cubicBezTo>
                  <a:pt x="157203" y="83432"/>
                  <a:pt x="153301" y="87335"/>
                  <a:pt x="148470" y="87335"/>
                </a:cubicBezTo>
                <a:lnTo>
                  <a:pt x="122269" y="87335"/>
                </a:lnTo>
                <a:lnTo>
                  <a:pt x="122269" y="96069"/>
                </a:lnTo>
                <a:cubicBezTo>
                  <a:pt x="122269" y="96778"/>
                  <a:pt x="122242" y="97515"/>
                  <a:pt x="122215" y="98225"/>
                </a:cubicBezTo>
                <a:lnTo>
                  <a:pt x="144977" y="115283"/>
                </a:lnTo>
                <a:cubicBezTo>
                  <a:pt x="148825" y="118176"/>
                  <a:pt x="149616" y="123661"/>
                  <a:pt x="146723" y="127509"/>
                </a:cubicBezTo>
                <a:cubicBezTo>
                  <a:pt x="143830" y="131358"/>
                  <a:pt x="138344" y="132149"/>
                  <a:pt x="134496" y="129256"/>
                </a:cubicBezTo>
                <a:lnTo>
                  <a:pt x="117275" y="116347"/>
                </a:lnTo>
                <a:cubicBezTo>
                  <a:pt x="110943" y="128410"/>
                  <a:pt x="99126" y="137144"/>
                  <a:pt x="85152" y="139245"/>
                </a:cubicBezTo>
                <a:lnTo>
                  <a:pt x="85152" y="76418"/>
                </a:lnTo>
                <a:cubicBezTo>
                  <a:pt x="85152" y="72788"/>
                  <a:pt x="82232" y="69868"/>
                  <a:pt x="78602" y="69868"/>
                </a:cubicBezTo>
                <a:cubicBezTo>
                  <a:pt x="74972" y="69868"/>
                  <a:pt x="72052" y="72788"/>
                  <a:pt x="72052" y="76418"/>
                </a:cubicBezTo>
                <a:lnTo>
                  <a:pt x="72052" y="139245"/>
                </a:lnTo>
                <a:cubicBezTo>
                  <a:pt x="58078" y="137144"/>
                  <a:pt x="46260" y="128410"/>
                  <a:pt x="39929" y="116347"/>
                </a:cubicBezTo>
                <a:lnTo>
                  <a:pt x="22707" y="129256"/>
                </a:lnTo>
                <a:cubicBezTo>
                  <a:pt x="18859" y="132149"/>
                  <a:pt x="13373" y="131358"/>
                  <a:pt x="10480" y="127509"/>
                </a:cubicBezTo>
                <a:cubicBezTo>
                  <a:pt x="7587" y="123661"/>
                  <a:pt x="8379" y="118176"/>
                  <a:pt x="12227" y="115283"/>
                </a:cubicBezTo>
                <a:lnTo>
                  <a:pt x="34989" y="98225"/>
                </a:lnTo>
                <a:cubicBezTo>
                  <a:pt x="34961" y="97515"/>
                  <a:pt x="34934" y="96806"/>
                  <a:pt x="34934" y="96069"/>
                </a:cubicBezTo>
                <a:lnTo>
                  <a:pt x="34934" y="87335"/>
                </a:lnTo>
                <a:lnTo>
                  <a:pt x="8734" y="87335"/>
                </a:lnTo>
                <a:cubicBezTo>
                  <a:pt x="3903" y="87335"/>
                  <a:pt x="0" y="83432"/>
                  <a:pt x="0" y="78602"/>
                </a:cubicBezTo>
                <a:cubicBezTo>
                  <a:pt x="0" y="73771"/>
                  <a:pt x="3903" y="69868"/>
                  <a:pt x="8734" y="69868"/>
                </a:cubicBezTo>
                <a:lnTo>
                  <a:pt x="35698" y="69868"/>
                </a:lnTo>
                <a:cubicBezTo>
                  <a:pt x="36381" y="67030"/>
                  <a:pt x="37472" y="64355"/>
                  <a:pt x="38919" y="61926"/>
                </a:cubicBezTo>
                <a:lnTo>
                  <a:pt x="12227" y="41921"/>
                </a:lnTo>
                <a:cubicBezTo>
                  <a:pt x="8379" y="39028"/>
                  <a:pt x="7587" y="33542"/>
                  <a:pt x="10480" y="29694"/>
                </a:cubicBezTo>
                <a:cubicBezTo>
                  <a:pt x="13373" y="25846"/>
                  <a:pt x="18859" y="25054"/>
                  <a:pt x="22707" y="27947"/>
                </a:cubicBezTo>
                <a:lnTo>
                  <a:pt x="52401" y="50218"/>
                </a:lnTo>
                <a:cubicBezTo>
                  <a:pt x="55758" y="48826"/>
                  <a:pt x="59443" y="48034"/>
                  <a:pt x="63318" y="48034"/>
                </a:cubicBezTo>
                <a:lnTo>
                  <a:pt x="93885" y="48034"/>
                </a:lnTo>
                <a:cubicBezTo>
                  <a:pt x="97761" y="48034"/>
                  <a:pt x="101445" y="48799"/>
                  <a:pt x="104802" y="50218"/>
                </a:cubicBezTo>
                <a:lnTo>
                  <a:pt x="134496" y="27947"/>
                </a:lnTo>
                <a:cubicBezTo>
                  <a:pt x="138344" y="25054"/>
                  <a:pt x="143830" y="25846"/>
                  <a:pt x="146723" y="29694"/>
                </a:cubicBez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694902" y="3186648"/>
            <a:ext cx="2270716" cy="209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General Exception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694902" y="3396252"/>
            <a:ext cx="2270716" cy="209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→ Caught in all user-facing methods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279186" y="3853889"/>
            <a:ext cx="5273302" cy="2356305"/>
          </a:xfrm>
          <a:custGeom>
            <a:avLst/>
            <a:gdLst/>
            <a:ahLst/>
            <a:cxnLst/>
            <a:rect l="l" t="t" r="r" b="b"/>
            <a:pathLst>
              <a:path w="5273302" h="2356305">
                <a:moveTo>
                  <a:pt x="69864" y="0"/>
                </a:moveTo>
                <a:lnTo>
                  <a:pt x="5203438" y="0"/>
                </a:lnTo>
                <a:cubicBezTo>
                  <a:pt x="5242023" y="0"/>
                  <a:pt x="5273302" y="31279"/>
                  <a:pt x="5273302" y="69864"/>
                </a:cubicBezTo>
                <a:lnTo>
                  <a:pt x="5273302" y="2286440"/>
                </a:lnTo>
                <a:cubicBezTo>
                  <a:pt x="5273302" y="2325025"/>
                  <a:pt x="5242023" y="2356305"/>
                  <a:pt x="5203438" y="2356305"/>
                </a:cubicBezTo>
                <a:lnTo>
                  <a:pt x="69864" y="2356305"/>
                </a:lnTo>
                <a:cubicBezTo>
                  <a:pt x="31279" y="2356305"/>
                  <a:pt x="0" y="2325025"/>
                  <a:pt x="0" y="2286440"/>
                </a:cubicBezTo>
                <a:lnTo>
                  <a:pt x="0" y="69864"/>
                </a:lnTo>
                <a:cubicBezTo>
                  <a:pt x="0" y="31279"/>
                  <a:pt x="31279" y="0"/>
                  <a:pt x="69864" y="0"/>
                </a:cubicBezTo>
                <a:close/>
              </a:path>
            </a:pathLst>
          </a:custGeom>
          <a:solidFill>
            <a:srgbClr val="0D1117"/>
          </a:solidFill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422416" y="3997117"/>
            <a:ext cx="5047977" cy="1746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965" b="1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Input Validation Example: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425909" y="4245149"/>
            <a:ext cx="4976362" cy="1823560"/>
          </a:xfrm>
          <a:custGeom>
            <a:avLst/>
            <a:gdLst/>
            <a:ahLst/>
            <a:cxnLst/>
            <a:rect l="l" t="t" r="r" b="b"/>
            <a:pathLst>
              <a:path w="4976362" h="1823560">
                <a:moveTo>
                  <a:pt x="69861" y="0"/>
                </a:moveTo>
                <a:lnTo>
                  <a:pt x="4906502" y="0"/>
                </a:lnTo>
                <a:cubicBezTo>
                  <a:pt x="4945085" y="0"/>
                  <a:pt x="4976362" y="31278"/>
                  <a:pt x="4976362" y="69861"/>
                </a:cubicBezTo>
                <a:lnTo>
                  <a:pt x="4976362" y="1753699"/>
                </a:lnTo>
                <a:cubicBezTo>
                  <a:pt x="4976362" y="1792282"/>
                  <a:pt x="4945085" y="1823560"/>
                  <a:pt x="4906502" y="1823560"/>
                </a:cubicBezTo>
                <a:lnTo>
                  <a:pt x="69861" y="1823560"/>
                </a:lnTo>
                <a:cubicBezTo>
                  <a:pt x="31278" y="1823560"/>
                  <a:pt x="0" y="1792282"/>
                  <a:pt x="0" y="1753699"/>
                </a:cubicBezTo>
                <a:lnTo>
                  <a:pt x="0" y="69861"/>
                </a:lnTo>
                <a:cubicBezTo>
                  <a:pt x="0" y="31303"/>
                  <a:pt x="31303" y="0"/>
                  <a:pt x="69861" y="0"/>
                </a:cubicBezTo>
                <a:close/>
              </a:path>
            </a:pathLst>
          </a:custGeom>
          <a:solidFill>
            <a:srgbClr val="0D1117"/>
          </a:solidFill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569139" y="4388377"/>
            <a:ext cx="4746670" cy="1746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895" dirty="0">
                <a:solidFill>
                  <a:srgbClr val="FF7B72"/>
                </a:solidFill>
                <a:ea typeface="MiSans" pitchFamily="34" charset="-122"/>
                <a:cs typeface="MiSans" pitchFamily="34" charset="-120"/>
              </a:rPr>
              <a:t>try</a:t>
            </a:r>
            <a:r>
              <a:rPr lang="en-US" sz="895" dirty="0">
                <a:solidFill>
                  <a:srgbClr val="E8ECEF"/>
                </a:solidFill>
                <a:ea typeface="MiSans" pitchFamily="34" charset="-122"/>
                <a:cs typeface="MiSans" pitchFamily="34" charset="-120"/>
              </a:rPr>
              <a:t>: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569139" y="4558681"/>
            <a:ext cx="4746670" cy="1746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895" dirty="0">
                <a:solidFill>
                  <a:srgbClr val="E8ECEF"/>
                </a:solidFill>
                <a:ea typeface="MiSans" pitchFamily="34" charset="-122"/>
                <a:cs typeface="MiSans" pitchFamily="34" charset="-120"/>
              </a:rPr>
              <a:t>m = </a:t>
            </a:r>
            <a:r>
              <a:rPr lang="en-US" sz="895" dirty="0">
                <a:solidFill>
                  <a:srgbClr val="D2A8FF"/>
                </a:solidFill>
                <a:ea typeface="MiSans" pitchFamily="34" charset="-122"/>
                <a:cs typeface="MiSans" pitchFamily="34" charset="-120"/>
              </a:rPr>
              <a:t>int</a:t>
            </a:r>
            <a:r>
              <a:rPr lang="en-US" sz="895" dirty="0">
                <a:solidFill>
                  <a:srgbClr val="E8ECEF"/>
                </a:solidFill>
                <a:ea typeface="MiSans" pitchFamily="34" charset="-122"/>
                <a:cs typeface="MiSans" pitchFamily="34" charset="-120"/>
              </a:rPr>
              <a:t>(</a:t>
            </a:r>
            <a:r>
              <a:rPr lang="en-US" sz="895" dirty="0">
                <a:solidFill>
                  <a:srgbClr val="D2A8FF"/>
                </a:solidFill>
                <a:ea typeface="MiSans" pitchFamily="34" charset="-122"/>
                <a:cs typeface="MiSans" pitchFamily="34" charset="-120"/>
              </a:rPr>
              <a:t>input</a:t>
            </a:r>
            <a:r>
              <a:rPr lang="en-US" sz="895" dirty="0">
                <a:solidFill>
                  <a:srgbClr val="E8ECEF"/>
                </a:solidFill>
                <a:ea typeface="MiSans" pitchFamily="34" charset="-122"/>
                <a:cs typeface="MiSans" pitchFamily="34" charset="-120"/>
              </a:rPr>
              <a:t>(</a:t>
            </a:r>
            <a:r>
              <a:rPr lang="en-US" sz="895" dirty="0">
                <a:solidFill>
                  <a:srgbClr val="A5D6FF"/>
                </a:solidFill>
                <a:ea typeface="MiSans" pitchFamily="34" charset="-122"/>
                <a:cs typeface="MiSans" pitchFamily="34" charset="-120"/>
              </a:rPr>
              <a:t>f" {subj}: "</a:t>
            </a:r>
            <a:r>
              <a:rPr lang="en-US" sz="895" dirty="0">
                <a:solidFill>
                  <a:srgbClr val="E8ECEF"/>
                </a:solidFill>
                <a:ea typeface="MiSans" pitchFamily="34" charset="-122"/>
                <a:cs typeface="MiSans" pitchFamily="34" charset="-120"/>
              </a:rPr>
              <a:t>))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569139" y="4728985"/>
            <a:ext cx="4746670" cy="1746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895" dirty="0">
                <a:solidFill>
                  <a:srgbClr val="FF7B72"/>
                </a:solidFill>
                <a:ea typeface="MiSans" pitchFamily="34" charset="-122"/>
                <a:cs typeface="MiSans" pitchFamily="34" charset="-120"/>
              </a:rPr>
              <a:t>if</a:t>
            </a:r>
            <a:r>
              <a:rPr lang="en-US" sz="895" dirty="0">
                <a:solidFill>
                  <a:srgbClr val="79C0FF"/>
                </a:solidFill>
                <a:ea typeface="MiSans" pitchFamily="34" charset="-122"/>
                <a:cs typeface="MiSans" pitchFamily="34" charset="-120"/>
              </a:rPr>
              <a:t>0</a:t>
            </a:r>
            <a:r>
              <a:rPr lang="en-US" sz="895" dirty="0">
                <a:solidFill>
                  <a:srgbClr val="E8ECEF"/>
                </a:solidFill>
                <a:ea typeface="MiSans" pitchFamily="34" charset="-122"/>
                <a:cs typeface="MiSans" pitchFamily="34" charset="-120"/>
              </a:rPr>
              <a:t> &lt;= m &lt;= </a:t>
            </a:r>
            <a:r>
              <a:rPr lang="en-US" sz="895" dirty="0">
                <a:solidFill>
                  <a:srgbClr val="79C0FF"/>
                </a:solidFill>
                <a:ea typeface="MiSans" pitchFamily="34" charset="-122"/>
                <a:cs typeface="MiSans" pitchFamily="34" charset="-120"/>
              </a:rPr>
              <a:t>100</a:t>
            </a:r>
            <a:r>
              <a:rPr lang="en-US" sz="895" dirty="0">
                <a:solidFill>
                  <a:srgbClr val="E8ECEF"/>
                </a:solidFill>
                <a:ea typeface="MiSans" pitchFamily="34" charset="-122"/>
                <a:cs typeface="MiSans" pitchFamily="34" charset="-120"/>
              </a:rPr>
              <a:t>: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569139" y="4899288"/>
            <a:ext cx="4746670" cy="1746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895" dirty="0">
                <a:solidFill>
                  <a:srgbClr val="E8ECEF"/>
                </a:solidFill>
                <a:ea typeface="MiSans" pitchFamily="34" charset="-122"/>
                <a:cs typeface="MiSans" pitchFamily="34" charset="-120"/>
              </a:rPr>
              <a:t>marks.</a:t>
            </a:r>
            <a:r>
              <a:rPr lang="en-US" sz="895" dirty="0">
                <a:solidFill>
                  <a:srgbClr val="D2A8FF"/>
                </a:solidFill>
                <a:ea typeface="MiSans" pitchFamily="34" charset="-122"/>
                <a:cs typeface="MiSans" pitchFamily="34" charset="-120"/>
              </a:rPr>
              <a:t>append</a:t>
            </a:r>
            <a:r>
              <a:rPr lang="en-US" sz="895" dirty="0">
                <a:solidFill>
                  <a:srgbClr val="E8ECEF"/>
                </a:solidFill>
                <a:ea typeface="MiSans" pitchFamily="34" charset="-122"/>
                <a:cs typeface="MiSans" pitchFamily="34" charset="-120"/>
              </a:rPr>
              <a:t>(</a:t>
            </a:r>
            <a:r>
              <a:rPr lang="en-US" sz="895" dirty="0">
                <a:solidFill>
                  <a:srgbClr val="D2A8FF"/>
                </a:solidFill>
                <a:ea typeface="MiSans" pitchFamily="34" charset="-122"/>
                <a:cs typeface="MiSans" pitchFamily="34" charset="-120"/>
              </a:rPr>
              <a:t>str</a:t>
            </a:r>
            <a:r>
              <a:rPr lang="en-US" sz="895" dirty="0">
                <a:solidFill>
                  <a:srgbClr val="E8ECEF"/>
                </a:solidFill>
                <a:ea typeface="MiSans" pitchFamily="34" charset="-122"/>
                <a:cs typeface="MiSans" pitchFamily="34" charset="-120"/>
              </a:rPr>
              <a:t>(m))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114220" y="5083567"/>
            <a:ext cx="397485" cy="132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895" dirty="0">
                <a:solidFill>
                  <a:srgbClr val="FF7B72"/>
                </a:solidFill>
                <a:ea typeface="MiSans" pitchFamily="34" charset="-122"/>
                <a:cs typeface="MiSans" pitchFamily="34" charset="-120"/>
              </a:rPr>
              <a:t>break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569139" y="5239896"/>
            <a:ext cx="4746670" cy="1746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895" dirty="0">
                <a:solidFill>
                  <a:srgbClr val="FF7B72"/>
                </a:solidFill>
                <a:ea typeface="MiSans" pitchFamily="34" charset="-122"/>
                <a:cs typeface="MiSans" pitchFamily="34" charset="-120"/>
              </a:rPr>
              <a:t>else</a:t>
            </a:r>
            <a:r>
              <a:rPr lang="en-US" sz="895" dirty="0">
                <a:solidFill>
                  <a:srgbClr val="E8ECEF"/>
                </a:solidFill>
                <a:ea typeface="MiSans" pitchFamily="34" charset="-122"/>
                <a:cs typeface="MiSans" pitchFamily="34" charset="-120"/>
              </a:rPr>
              <a:t>: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569139" y="5410200"/>
            <a:ext cx="4746670" cy="1746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895" dirty="0">
                <a:solidFill>
                  <a:srgbClr val="D2A8FF"/>
                </a:solidFill>
                <a:ea typeface="MiSans" pitchFamily="34" charset="-122"/>
                <a:cs typeface="MiSans" pitchFamily="34" charset="-120"/>
              </a:rPr>
              <a:t>print</a:t>
            </a:r>
            <a:r>
              <a:rPr lang="en-US" sz="895" dirty="0">
                <a:solidFill>
                  <a:srgbClr val="E8ECEF"/>
                </a:solidFill>
                <a:ea typeface="MiSans" pitchFamily="34" charset="-122"/>
                <a:cs typeface="MiSans" pitchFamily="34" charset="-120"/>
              </a:rPr>
              <a:t>(</a:t>
            </a:r>
            <a:r>
              <a:rPr lang="en-US" sz="895" dirty="0">
                <a:solidFill>
                  <a:srgbClr val="A5D6FF"/>
                </a:solidFill>
                <a:ea typeface="MiSans" pitchFamily="34" charset="-122"/>
                <a:cs typeface="MiSans" pitchFamily="34" charset="-120"/>
              </a:rPr>
              <a:t>" [!] Must be 0-100."</a:t>
            </a:r>
            <a:r>
              <a:rPr lang="en-US" sz="895" dirty="0">
                <a:solidFill>
                  <a:srgbClr val="E8ECEF"/>
                </a:solidFill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569139" y="5580503"/>
            <a:ext cx="4746670" cy="1746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895" dirty="0">
                <a:solidFill>
                  <a:srgbClr val="FF7B72"/>
                </a:solidFill>
                <a:ea typeface="MiSans" pitchFamily="34" charset="-122"/>
                <a:cs typeface="MiSans" pitchFamily="34" charset="-120"/>
              </a:rPr>
              <a:t>except</a:t>
            </a:r>
            <a:r>
              <a:rPr lang="en-US" sz="895" dirty="0">
                <a:solidFill>
                  <a:srgbClr val="D2A8FF"/>
                </a:solidFill>
                <a:ea typeface="MiSans" pitchFamily="34" charset="-122"/>
                <a:cs typeface="MiSans" pitchFamily="34" charset="-120"/>
              </a:rPr>
              <a:t>ValueError</a:t>
            </a:r>
            <a:r>
              <a:rPr lang="en-US" sz="895" dirty="0">
                <a:solidFill>
                  <a:srgbClr val="E8ECEF"/>
                </a:solidFill>
                <a:ea typeface="MiSans" pitchFamily="34" charset="-122"/>
                <a:cs typeface="MiSans" pitchFamily="34" charset="-120"/>
              </a:rPr>
              <a:t>: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569139" y="5750807"/>
            <a:ext cx="4746670" cy="1746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895" dirty="0">
                <a:solidFill>
                  <a:srgbClr val="D2A8FF"/>
                </a:solidFill>
                <a:ea typeface="MiSans" pitchFamily="34" charset="-122"/>
                <a:cs typeface="MiSans" pitchFamily="34" charset="-120"/>
              </a:rPr>
              <a:t>print</a:t>
            </a:r>
            <a:r>
              <a:rPr lang="en-US" sz="895" dirty="0">
                <a:solidFill>
                  <a:srgbClr val="E8ECEF"/>
                </a:solidFill>
                <a:ea typeface="MiSans" pitchFamily="34" charset="-122"/>
                <a:cs typeface="MiSans" pitchFamily="34" charset="-120"/>
              </a:rPr>
              <a:t>(</a:t>
            </a:r>
            <a:r>
              <a:rPr lang="en-US" sz="895" dirty="0">
                <a:solidFill>
                  <a:srgbClr val="A5D6FF"/>
                </a:solidFill>
                <a:ea typeface="MiSans" pitchFamily="34" charset="-122"/>
                <a:cs typeface="MiSans" pitchFamily="34" charset="-120"/>
              </a:rPr>
              <a:t>" [!] Please enter a number."</a:t>
            </a:r>
            <a:r>
              <a:rPr lang="en-US" sz="895" dirty="0">
                <a:solidFill>
                  <a:srgbClr val="E8ECEF"/>
                </a:solidFill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244539" y="6399711"/>
            <a:ext cx="11493318" cy="6987"/>
          </a:xfrm>
          <a:custGeom>
            <a:avLst/>
            <a:gdLst/>
            <a:ahLst/>
            <a:cxnLst/>
            <a:rect l="l" t="t" r="r" b="b"/>
            <a:pathLst>
              <a:path w="11493318" h="6987">
                <a:moveTo>
                  <a:pt x="0" y="0"/>
                </a:moveTo>
                <a:lnTo>
                  <a:pt x="11493318" y="0"/>
                </a:lnTo>
                <a:lnTo>
                  <a:pt x="11493318" y="6987"/>
                </a:lnTo>
                <a:lnTo>
                  <a:pt x="0" y="6987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553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1599" y="166773"/>
            <a:ext cx="11596461" cy="1985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40" b="1" kern="0" spc="52" dirty="0">
                <a:solidFill>
                  <a:srgbClr val="D4A24E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06 - Quality Assurance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31599" y="431457"/>
            <a:ext cx="11728803" cy="3970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3125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Testing &amp; Validation Results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31599" y="927739"/>
            <a:ext cx="926393" cy="33085"/>
          </a:xfrm>
          <a:custGeom>
            <a:avLst/>
            <a:gdLst/>
            <a:ahLst/>
            <a:cxnLst/>
            <a:rect l="l" t="t" r="r" b="b"/>
            <a:pathLst>
              <a:path w="926393" h="33085">
                <a:moveTo>
                  <a:pt x="0" y="0"/>
                </a:moveTo>
                <a:lnTo>
                  <a:pt x="926393" y="0"/>
                </a:lnTo>
                <a:lnTo>
                  <a:pt x="926393" y="33085"/>
                </a:lnTo>
                <a:lnTo>
                  <a:pt x="0" y="33085"/>
                </a:lnTo>
                <a:lnTo>
                  <a:pt x="0" y="0"/>
                </a:ln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34907" y="1063389"/>
            <a:ext cx="11520365" cy="5349922"/>
          </a:xfrm>
          <a:custGeom>
            <a:avLst/>
            <a:gdLst/>
            <a:ahLst/>
            <a:cxnLst/>
            <a:rect l="l" t="t" r="r" b="b"/>
            <a:pathLst>
              <a:path w="11520365" h="5349922">
                <a:moveTo>
                  <a:pt x="66179" y="0"/>
                </a:moveTo>
                <a:lnTo>
                  <a:pt x="11454186" y="0"/>
                </a:lnTo>
                <a:cubicBezTo>
                  <a:pt x="11490736" y="0"/>
                  <a:pt x="11520365" y="29629"/>
                  <a:pt x="11520365" y="66179"/>
                </a:cubicBezTo>
                <a:lnTo>
                  <a:pt x="11520365" y="5283744"/>
                </a:lnTo>
                <a:cubicBezTo>
                  <a:pt x="11520365" y="5320293"/>
                  <a:pt x="11490736" y="5349922"/>
                  <a:pt x="11454186" y="5349922"/>
                </a:cubicBezTo>
                <a:lnTo>
                  <a:pt x="66179" y="5349922"/>
                </a:lnTo>
                <a:cubicBezTo>
                  <a:pt x="29629" y="5349922"/>
                  <a:pt x="0" y="5320293"/>
                  <a:pt x="0" y="5283744"/>
                </a:cubicBezTo>
                <a:lnTo>
                  <a:pt x="0" y="66179"/>
                </a:lnTo>
                <a:cubicBezTo>
                  <a:pt x="0" y="29654"/>
                  <a:pt x="29654" y="0"/>
                  <a:pt x="66179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24322" y="1265209"/>
            <a:ext cx="165427" cy="165427"/>
          </a:xfrm>
          <a:custGeom>
            <a:avLst/>
            <a:gdLst/>
            <a:ahLst/>
            <a:cxnLst/>
            <a:rect l="l" t="t" r="r" b="b"/>
            <a:pathLst>
              <a:path w="165427" h="165427">
                <a:moveTo>
                  <a:pt x="110694" y="3037"/>
                </a:moveTo>
                <a:cubicBezTo>
                  <a:pt x="106655" y="-1002"/>
                  <a:pt x="100097" y="-1002"/>
                  <a:pt x="96058" y="3037"/>
                </a:cubicBezTo>
                <a:cubicBezTo>
                  <a:pt x="92019" y="7076"/>
                  <a:pt x="92019" y="13635"/>
                  <a:pt x="96058" y="17674"/>
                </a:cubicBezTo>
                <a:lnTo>
                  <a:pt x="99095" y="20678"/>
                </a:lnTo>
                <a:lnTo>
                  <a:pt x="9079" y="110694"/>
                </a:lnTo>
                <a:cubicBezTo>
                  <a:pt x="3263" y="116510"/>
                  <a:pt x="0" y="124394"/>
                  <a:pt x="0" y="132633"/>
                </a:cubicBezTo>
                <a:lnTo>
                  <a:pt x="0" y="134410"/>
                </a:lnTo>
                <a:cubicBezTo>
                  <a:pt x="0" y="151534"/>
                  <a:pt x="13893" y="165427"/>
                  <a:pt x="31018" y="165427"/>
                </a:cubicBezTo>
                <a:lnTo>
                  <a:pt x="32795" y="165427"/>
                </a:lnTo>
                <a:cubicBezTo>
                  <a:pt x="41034" y="165427"/>
                  <a:pt x="48917" y="162164"/>
                  <a:pt x="54733" y="156348"/>
                </a:cubicBezTo>
                <a:lnTo>
                  <a:pt x="144749" y="66333"/>
                </a:lnTo>
                <a:lnTo>
                  <a:pt x="147786" y="69370"/>
                </a:lnTo>
                <a:cubicBezTo>
                  <a:pt x="151825" y="73408"/>
                  <a:pt x="158384" y="73408"/>
                  <a:pt x="162423" y="69370"/>
                </a:cubicBezTo>
                <a:cubicBezTo>
                  <a:pt x="166461" y="65331"/>
                  <a:pt x="166461" y="58772"/>
                  <a:pt x="162423" y="54733"/>
                </a:cubicBezTo>
                <a:lnTo>
                  <a:pt x="110727" y="3037"/>
                </a:lnTo>
                <a:close/>
                <a:moveTo>
                  <a:pt x="66333" y="82714"/>
                </a:moveTo>
                <a:lnTo>
                  <a:pt x="113731" y="35315"/>
                </a:lnTo>
                <a:lnTo>
                  <a:pt x="130113" y="51696"/>
                </a:lnTo>
                <a:lnTo>
                  <a:pt x="99095" y="82714"/>
                </a:lnTo>
                <a:lnTo>
                  <a:pt x="66300" y="82714"/>
                </a:ln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10428" y="1232124"/>
            <a:ext cx="11058822" cy="2315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305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Comprehensive Test Suite</a:t>
            </a:r>
            <a:endParaRPr lang="en-US" sz="1600" dirty="0"/>
          </a:p>
        </p:txBody>
      </p:sp>
      <p:pic>
        <p:nvPicPr>
          <p:cNvPr id="8" name="table"/>
          <p:cNvPicPr>
            <a:picLocks noGr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643" y="1596064"/>
            <a:ext cx="11182893" cy="367249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03643" y="5404203"/>
            <a:ext cx="11182893" cy="6617"/>
          </a:xfrm>
          <a:custGeom>
            <a:avLst/>
            <a:gdLst/>
            <a:ahLst/>
            <a:cxnLst/>
            <a:rect l="l" t="t" r="r" b="b"/>
            <a:pathLst>
              <a:path w="11182893" h="6617">
                <a:moveTo>
                  <a:pt x="0" y="0"/>
                </a:moveTo>
                <a:lnTo>
                  <a:pt x="11182893" y="0"/>
                </a:lnTo>
                <a:lnTo>
                  <a:pt x="11182893" y="6617"/>
                </a:lnTo>
                <a:lnTo>
                  <a:pt x="0" y="6617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06952" y="5543168"/>
            <a:ext cx="933011" cy="701412"/>
          </a:xfrm>
          <a:custGeom>
            <a:avLst/>
            <a:gdLst/>
            <a:ahLst/>
            <a:cxnLst/>
            <a:rect l="l" t="t" r="r" b="b"/>
            <a:pathLst>
              <a:path w="933011" h="701412">
                <a:moveTo>
                  <a:pt x="66171" y="0"/>
                </a:moveTo>
                <a:lnTo>
                  <a:pt x="866839" y="0"/>
                </a:lnTo>
                <a:cubicBezTo>
                  <a:pt x="903385" y="0"/>
                  <a:pt x="933011" y="29626"/>
                  <a:pt x="933011" y="66171"/>
                </a:cubicBezTo>
                <a:lnTo>
                  <a:pt x="933011" y="635241"/>
                </a:lnTo>
                <a:cubicBezTo>
                  <a:pt x="933011" y="671786"/>
                  <a:pt x="903385" y="701412"/>
                  <a:pt x="866839" y="701412"/>
                </a:cubicBezTo>
                <a:lnTo>
                  <a:pt x="66171" y="701412"/>
                </a:lnTo>
                <a:cubicBezTo>
                  <a:pt x="29626" y="701412"/>
                  <a:pt x="0" y="671786"/>
                  <a:pt x="0" y="635241"/>
                </a:cubicBezTo>
                <a:lnTo>
                  <a:pt x="0" y="66171"/>
                </a:lnTo>
                <a:cubicBezTo>
                  <a:pt x="0" y="29626"/>
                  <a:pt x="29626" y="0"/>
                  <a:pt x="66171" y="0"/>
                </a:cubicBezTo>
                <a:close/>
              </a:path>
            </a:pathLst>
          </a:custGeom>
          <a:solidFill>
            <a:srgbClr val="1D9E75">
              <a:alpha val="20000"/>
            </a:srgbClr>
          </a:solidFill>
          <a:ln w="1016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47482" y="5645732"/>
            <a:ext cx="851951" cy="2977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955" b="1" dirty="0">
                <a:solidFill>
                  <a:srgbClr val="1D9E75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9/9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76431" y="5943501"/>
            <a:ext cx="794052" cy="1985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sz="104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Tests Passed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477784" y="5543168"/>
            <a:ext cx="957825" cy="701412"/>
          </a:xfrm>
          <a:custGeom>
            <a:avLst/>
            <a:gdLst/>
            <a:ahLst/>
            <a:cxnLst/>
            <a:rect l="l" t="t" r="r" b="b"/>
            <a:pathLst>
              <a:path w="957825" h="701412">
                <a:moveTo>
                  <a:pt x="66171" y="0"/>
                </a:moveTo>
                <a:lnTo>
                  <a:pt x="891653" y="0"/>
                </a:lnTo>
                <a:cubicBezTo>
                  <a:pt x="928199" y="0"/>
                  <a:pt x="957825" y="29626"/>
                  <a:pt x="957825" y="66171"/>
                </a:cubicBezTo>
                <a:lnTo>
                  <a:pt x="957825" y="635241"/>
                </a:lnTo>
                <a:cubicBezTo>
                  <a:pt x="957825" y="671786"/>
                  <a:pt x="928199" y="701412"/>
                  <a:pt x="891653" y="701412"/>
                </a:cubicBezTo>
                <a:lnTo>
                  <a:pt x="66171" y="701412"/>
                </a:lnTo>
                <a:cubicBezTo>
                  <a:pt x="29626" y="701412"/>
                  <a:pt x="0" y="671786"/>
                  <a:pt x="0" y="635241"/>
                </a:cubicBezTo>
                <a:lnTo>
                  <a:pt x="0" y="66171"/>
                </a:lnTo>
                <a:cubicBezTo>
                  <a:pt x="0" y="29626"/>
                  <a:pt x="29626" y="0"/>
                  <a:pt x="66171" y="0"/>
                </a:cubicBezTo>
                <a:close/>
              </a:path>
            </a:pathLst>
          </a:custGeom>
          <a:solidFill>
            <a:srgbClr val="D4A24E">
              <a:alpha val="20000"/>
            </a:srgbClr>
          </a:solidFill>
          <a:ln w="10160">
            <a:solidFill>
              <a:srgbClr val="D4A2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518314" y="5645732"/>
            <a:ext cx="876765" cy="2977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955" b="1" dirty="0">
                <a:solidFill>
                  <a:srgbClr val="D4A24E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100%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547264" y="5943501"/>
            <a:ext cx="818866" cy="1985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sz="104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Success Rate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317777" y="5821086"/>
            <a:ext cx="132342" cy="132342"/>
          </a:xfrm>
          <a:custGeom>
            <a:avLst/>
            <a:gdLst/>
            <a:ahLst/>
            <a:cxnLst/>
            <a:rect l="l" t="t" r="r" b="b"/>
            <a:pathLst>
              <a:path w="132342" h="132342">
                <a:moveTo>
                  <a:pt x="66171" y="132342"/>
                </a:moveTo>
                <a:cubicBezTo>
                  <a:pt x="102692" y="132342"/>
                  <a:pt x="132342" y="102692"/>
                  <a:pt x="132342" y="66171"/>
                </a:cubicBezTo>
                <a:cubicBezTo>
                  <a:pt x="132342" y="29650"/>
                  <a:pt x="102692" y="0"/>
                  <a:pt x="66171" y="0"/>
                </a:cubicBezTo>
                <a:cubicBezTo>
                  <a:pt x="29650" y="0"/>
                  <a:pt x="0" y="29650"/>
                  <a:pt x="0" y="66171"/>
                </a:cubicBezTo>
                <a:cubicBezTo>
                  <a:pt x="0" y="102692"/>
                  <a:pt x="29650" y="132342"/>
                  <a:pt x="66171" y="132342"/>
                </a:cubicBezTo>
                <a:close/>
                <a:moveTo>
                  <a:pt x="57900" y="41357"/>
                </a:moveTo>
                <a:cubicBezTo>
                  <a:pt x="57900" y="36792"/>
                  <a:pt x="61606" y="33085"/>
                  <a:pt x="66171" y="33085"/>
                </a:cubicBezTo>
                <a:cubicBezTo>
                  <a:pt x="70736" y="33085"/>
                  <a:pt x="74442" y="36792"/>
                  <a:pt x="74442" y="41357"/>
                </a:cubicBezTo>
                <a:cubicBezTo>
                  <a:pt x="74442" y="45922"/>
                  <a:pt x="70736" y="49628"/>
                  <a:pt x="66171" y="49628"/>
                </a:cubicBezTo>
                <a:cubicBezTo>
                  <a:pt x="61606" y="49628"/>
                  <a:pt x="57900" y="45922"/>
                  <a:pt x="57900" y="41357"/>
                </a:cubicBezTo>
                <a:close/>
                <a:moveTo>
                  <a:pt x="55832" y="57900"/>
                </a:moveTo>
                <a:lnTo>
                  <a:pt x="68239" y="57900"/>
                </a:lnTo>
                <a:cubicBezTo>
                  <a:pt x="71677" y="57900"/>
                  <a:pt x="74442" y="60665"/>
                  <a:pt x="74442" y="64103"/>
                </a:cubicBezTo>
                <a:lnTo>
                  <a:pt x="74442" y="86849"/>
                </a:lnTo>
                <a:lnTo>
                  <a:pt x="76510" y="86849"/>
                </a:lnTo>
                <a:cubicBezTo>
                  <a:pt x="79948" y="86849"/>
                  <a:pt x="82714" y="89615"/>
                  <a:pt x="82714" y="93053"/>
                </a:cubicBezTo>
                <a:cubicBezTo>
                  <a:pt x="82714" y="96491"/>
                  <a:pt x="79948" y="99256"/>
                  <a:pt x="76510" y="99256"/>
                </a:cubicBezTo>
                <a:lnTo>
                  <a:pt x="55832" y="99256"/>
                </a:lnTo>
                <a:cubicBezTo>
                  <a:pt x="52394" y="99256"/>
                  <a:pt x="49628" y="96491"/>
                  <a:pt x="49628" y="93053"/>
                </a:cubicBezTo>
                <a:cubicBezTo>
                  <a:pt x="49628" y="89615"/>
                  <a:pt x="52394" y="86849"/>
                  <a:pt x="55832" y="86849"/>
                </a:cubicBezTo>
                <a:lnTo>
                  <a:pt x="62035" y="86849"/>
                </a:lnTo>
                <a:lnTo>
                  <a:pt x="62035" y="70307"/>
                </a:lnTo>
                <a:lnTo>
                  <a:pt x="55832" y="70307"/>
                </a:lnTo>
                <a:cubicBezTo>
                  <a:pt x="52394" y="70307"/>
                  <a:pt x="49628" y="67541"/>
                  <a:pt x="49628" y="64103"/>
                </a:cubicBezTo>
                <a:cubicBezTo>
                  <a:pt x="49628" y="60665"/>
                  <a:pt x="52394" y="57900"/>
                  <a:pt x="55832" y="57900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509758" y="5794616"/>
            <a:ext cx="5143053" cy="1985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4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All test cases cover authentication, CRUD operations, input validation, and error handling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231599" y="6423237"/>
            <a:ext cx="11530290" cy="6617"/>
          </a:xfrm>
          <a:custGeom>
            <a:avLst/>
            <a:gdLst/>
            <a:ahLst/>
            <a:cxnLst/>
            <a:rect l="l" t="t" r="r" b="b"/>
            <a:pathLst>
              <a:path w="11530290" h="6617">
                <a:moveTo>
                  <a:pt x="0" y="0"/>
                </a:moveTo>
                <a:lnTo>
                  <a:pt x="11530290" y="0"/>
                </a:lnTo>
                <a:lnTo>
                  <a:pt x="11530290" y="6617"/>
                </a:lnTo>
                <a:lnTo>
                  <a:pt x="0" y="6617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64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0193" y="329618"/>
            <a:ext cx="11600076" cy="197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35" b="1" kern="0" spc="52" dirty="0">
                <a:solidFill>
                  <a:srgbClr val="D4A24E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07 - Reflection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30193" y="592695"/>
            <a:ext cx="11731614" cy="3946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3105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Challenges &amp; Key Learnings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30193" y="1085966"/>
            <a:ext cx="920771" cy="32885"/>
          </a:xfrm>
          <a:custGeom>
            <a:avLst/>
            <a:gdLst/>
            <a:ahLst/>
            <a:cxnLst/>
            <a:rect l="l" t="t" r="r" b="b"/>
            <a:pathLst>
              <a:path w="920771" h="32885">
                <a:moveTo>
                  <a:pt x="0" y="0"/>
                </a:moveTo>
                <a:lnTo>
                  <a:pt x="920771" y="0"/>
                </a:lnTo>
                <a:lnTo>
                  <a:pt x="920771" y="32885"/>
                </a:lnTo>
                <a:lnTo>
                  <a:pt x="0" y="32885"/>
                </a:lnTo>
                <a:lnTo>
                  <a:pt x="0" y="0"/>
                </a:ln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33481" y="1220793"/>
            <a:ext cx="5662744" cy="5037935"/>
          </a:xfrm>
          <a:custGeom>
            <a:avLst/>
            <a:gdLst/>
            <a:ahLst/>
            <a:cxnLst/>
            <a:rect l="l" t="t" r="r" b="b"/>
            <a:pathLst>
              <a:path w="5662744" h="5037935">
                <a:moveTo>
                  <a:pt x="65745" y="0"/>
                </a:moveTo>
                <a:lnTo>
                  <a:pt x="5596999" y="0"/>
                </a:lnTo>
                <a:cubicBezTo>
                  <a:pt x="5633309" y="0"/>
                  <a:pt x="5662744" y="29435"/>
                  <a:pt x="5662744" y="65745"/>
                </a:cubicBezTo>
                <a:lnTo>
                  <a:pt x="5662744" y="4972190"/>
                </a:lnTo>
                <a:cubicBezTo>
                  <a:pt x="5662744" y="5008500"/>
                  <a:pt x="5633309" y="5037935"/>
                  <a:pt x="5596999" y="5037935"/>
                </a:cubicBezTo>
                <a:lnTo>
                  <a:pt x="65745" y="5037935"/>
                </a:lnTo>
                <a:cubicBezTo>
                  <a:pt x="29435" y="5037935"/>
                  <a:pt x="0" y="5008500"/>
                  <a:pt x="0" y="4972190"/>
                </a:cubicBezTo>
                <a:lnTo>
                  <a:pt x="0" y="65745"/>
                </a:lnTo>
                <a:cubicBezTo>
                  <a:pt x="0" y="29435"/>
                  <a:pt x="29435" y="0"/>
                  <a:pt x="65745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25857" y="1421292"/>
            <a:ext cx="197308" cy="197308"/>
          </a:xfrm>
          <a:custGeom>
            <a:avLst/>
            <a:gdLst/>
            <a:ahLst/>
            <a:cxnLst/>
            <a:rect l="l" t="t" r="r" b="b"/>
            <a:pathLst>
              <a:path w="197308" h="197308">
                <a:moveTo>
                  <a:pt x="98654" y="0"/>
                </a:moveTo>
                <a:cubicBezTo>
                  <a:pt x="104319" y="0"/>
                  <a:pt x="109521" y="3121"/>
                  <a:pt x="112219" y="8093"/>
                </a:cubicBezTo>
                <a:lnTo>
                  <a:pt x="195458" y="162240"/>
                </a:lnTo>
                <a:cubicBezTo>
                  <a:pt x="198040" y="167018"/>
                  <a:pt x="197925" y="172799"/>
                  <a:pt x="195150" y="177462"/>
                </a:cubicBezTo>
                <a:cubicBezTo>
                  <a:pt x="192375" y="182125"/>
                  <a:pt x="187327" y="184976"/>
                  <a:pt x="181893" y="184976"/>
                </a:cubicBezTo>
                <a:lnTo>
                  <a:pt x="15415" y="184976"/>
                </a:lnTo>
                <a:cubicBezTo>
                  <a:pt x="9981" y="184976"/>
                  <a:pt x="4971" y="182125"/>
                  <a:pt x="2158" y="177462"/>
                </a:cubicBezTo>
                <a:cubicBezTo>
                  <a:pt x="-655" y="172799"/>
                  <a:pt x="-732" y="167018"/>
                  <a:pt x="1850" y="162240"/>
                </a:cubicBezTo>
                <a:lnTo>
                  <a:pt x="85089" y="8093"/>
                </a:lnTo>
                <a:cubicBezTo>
                  <a:pt x="87787" y="3121"/>
                  <a:pt x="92989" y="0"/>
                  <a:pt x="98654" y="0"/>
                </a:cubicBezTo>
                <a:close/>
                <a:moveTo>
                  <a:pt x="98654" y="64742"/>
                </a:moveTo>
                <a:cubicBezTo>
                  <a:pt x="93529" y="64742"/>
                  <a:pt x="89405" y="68865"/>
                  <a:pt x="89405" y="73991"/>
                </a:cubicBezTo>
                <a:lnTo>
                  <a:pt x="89405" y="117152"/>
                </a:lnTo>
                <a:cubicBezTo>
                  <a:pt x="89405" y="122277"/>
                  <a:pt x="93529" y="126401"/>
                  <a:pt x="98654" y="126401"/>
                </a:cubicBezTo>
                <a:cubicBezTo>
                  <a:pt x="103779" y="126401"/>
                  <a:pt x="107903" y="122277"/>
                  <a:pt x="107903" y="117152"/>
                </a:cubicBezTo>
                <a:lnTo>
                  <a:pt x="107903" y="73991"/>
                </a:lnTo>
                <a:cubicBezTo>
                  <a:pt x="107903" y="68865"/>
                  <a:pt x="103779" y="64742"/>
                  <a:pt x="98654" y="64742"/>
                </a:cubicBezTo>
                <a:close/>
                <a:moveTo>
                  <a:pt x="108943" y="147981"/>
                </a:moveTo>
                <a:cubicBezTo>
                  <a:pt x="109177" y="144162"/>
                  <a:pt x="107273" y="140528"/>
                  <a:pt x="103999" y="138548"/>
                </a:cubicBezTo>
                <a:cubicBezTo>
                  <a:pt x="100725" y="136567"/>
                  <a:pt x="96622" y="136567"/>
                  <a:pt x="93348" y="138548"/>
                </a:cubicBezTo>
                <a:cubicBezTo>
                  <a:pt x="90074" y="140528"/>
                  <a:pt x="88169" y="144162"/>
                  <a:pt x="88403" y="147981"/>
                </a:cubicBezTo>
                <a:cubicBezTo>
                  <a:pt x="88169" y="151800"/>
                  <a:pt x="90074" y="155434"/>
                  <a:pt x="93348" y="157415"/>
                </a:cubicBezTo>
                <a:cubicBezTo>
                  <a:pt x="96622" y="159395"/>
                  <a:pt x="100725" y="159395"/>
                  <a:pt x="103999" y="157415"/>
                </a:cubicBezTo>
                <a:cubicBezTo>
                  <a:pt x="107273" y="155434"/>
                  <a:pt x="109177" y="151800"/>
                  <a:pt x="108943" y="147981"/>
                </a:cubicBezTo>
                <a:close/>
              </a:path>
            </a:pathLst>
          </a:custGeom>
          <a:solidFill>
            <a:srgbClr val="E74C3C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7829" y="1388503"/>
            <a:ext cx="5179339" cy="2630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1555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Challenges Faced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7636" y="1783023"/>
            <a:ext cx="5310878" cy="1085195"/>
          </a:xfrm>
          <a:custGeom>
            <a:avLst/>
            <a:gdLst/>
            <a:ahLst/>
            <a:cxnLst/>
            <a:rect l="l" t="t" r="r" b="b"/>
            <a:pathLst>
              <a:path w="5310878" h="1085195">
                <a:moveTo>
                  <a:pt x="32885" y="0"/>
                </a:moveTo>
                <a:lnTo>
                  <a:pt x="5245104" y="0"/>
                </a:lnTo>
                <a:cubicBezTo>
                  <a:pt x="5281430" y="0"/>
                  <a:pt x="5310878" y="29448"/>
                  <a:pt x="5310878" y="65774"/>
                </a:cubicBezTo>
                <a:lnTo>
                  <a:pt x="5310878" y="1019421"/>
                </a:lnTo>
                <a:cubicBezTo>
                  <a:pt x="5310878" y="1055747"/>
                  <a:pt x="5281430" y="1085195"/>
                  <a:pt x="5245104" y="1085195"/>
                </a:cubicBezTo>
                <a:lnTo>
                  <a:pt x="32885" y="1085195"/>
                </a:lnTo>
                <a:cubicBezTo>
                  <a:pt x="14723" y="1085195"/>
                  <a:pt x="0" y="1070472"/>
                  <a:pt x="0" y="1052310"/>
                </a:cubicBezTo>
                <a:lnTo>
                  <a:pt x="0" y="32885"/>
                </a:lnTo>
                <a:cubicBezTo>
                  <a:pt x="0" y="14735"/>
                  <a:pt x="14735" y="0"/>
                  <a:pt x="32885" y="0"/>
                </a:cubicBezTo>
                <a:close/>
              </a:path>
            </a:pathLst>
          </a:custGeom>
          <a:solidFill>
            <a:srgbClr val="1A2332">
              <a:alpha val="50196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7636" y="1783023"/>
            <a:ext cx="32885" cy="1085195"/>
          </a:xfrm>
          <a:custGeom>
            <a:avLst/>
            <a:gdLst/>
            <a:ahLst/>
            <a:cxnLst/>
            <a:rect l="l" t="t" r="r" b="b"/>
            <a:pathLst>
              <a:path w="32885" h="1085195">
                <a:moveTo>
                  <a:pt x="32885" y="0"/>
                </a:moveTo>
                <a:lnTo>
                  <a:pt x="32885" y="0"/>
                </a:lnTo>
                <a:lnTo>
                  <a:pt x="32885" y="1085195"/>
                </a:lnTo>
                <a:lnTo>
                  <a:pt x="32885" y="1085195"/>
                </a:lnTo>
                <a:cubicBezTo>
                  <a:pt x="14723" y="1085195"/>
                  <a:pt x="0" y="1070472"/>
                  <a:pt x="0" y="1052310"/>
                </a:cubicBezTo>
                <a:lnTo>
                  <a:pt x="0" y="32885"/>
                </a:lnTo>
                <a:cubicBezTo>
                  <a:pt x="0" y="14735"/>
                  <a:pt x="14735" y="0"/>
                  <a:pt x="32885" y="0"/>
                </a:cubicBezTo>
                <a:close/>
              </a:path>
            </a:pathLst>
          </a:custGeom>
          <a:solidFill>
            <a:srgbClr val="E74C3C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5617" y="1914562"/>
            <a:ext cx="328847" cy="328847"/>
          </a:xfrm>
          <a:custGeom>
            <a:avLst/>
            <a:gdLst/>
            <a:ahLst/>
            <a:cxnLst/>
            <a:rect l="l" t="t" r="r" b="b"/>
            <a:pathLst>
              <a:path w="328847" h="328847">
                <a:moveTo>
                  <a:pt x="65769" y="0"/>
                </a:moveTo>
                <a:lnTo>
                  <a:pt x="263078" y="0"/>
                </a:lnTo>
                <a:cubicBezTo>
                  <a:pt x="299401" y="0"/>
                  <a:pt x="328847" y="29446"/>
                  <a:pt x="328847" y="65769"/>
                </a:cubicBezTo>
                <a:lnTo>
                  <a:pt x="328847" y="263078"/>
                </a:lnTo>
                <a:cubicBezTo>
                  <a:pt x="328847" y="299401"/>
                  <a:pt x="299401" y="328847"/>
                  <a:pt x="263078" y="328847"/>
                </a:cubicBezTo>
                <a:lnTo>
                  <a:pt x="65769" y="328847"/>
                </a:lnTo>
                <a:cubicBezTo>
                  <a:pt x="29446" y="328847"/>
                  <a:pt x="0" y="299401"/>
                  <a:pt x="0" y="263078"/>
                </a:cubicBezTo>
                <a:lnTo>
                  <a:pt x="0" y="65769"/>
                </a:lnTo>
                <a:cubicBezTo>
                  <a:pt x="0" y="29470"/>
                  <a:pt x="29470" y="0"/>
                  <a:pt x="65769" y="0"/>
                </a:cubicBezTo>
                <a:close/>
              </a:path>
            </a:pathLst>
          </a:custGeom>
          <a:solidFill>
            <a:srgbClr val="E74C3C">
              <a:alpha val="2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6429" y="1980332"/>
            <a:ext cx="189087" cy="197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E74C3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93118" y="1914562"/>
            <a:ext cx="4669626" cy="197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Pearson Correlation Implementation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93118" y="2144755"/>
            <a:ext cx="4669626" cy="5919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35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Computing correlation coefficient manually without pandas required implementing the full mathematical formula in pure Python, handling edge cases like zero variance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17636" y="2966872"/>
            <a:ext cx="5310878" cy="887887"/>
          </a:xfrm>
          <a:custGeom>
            <a:avLst/>
            <a:gdLst/>
            <a:ahLst/>
            <a:cxnLst/>
            <a:rect l="l" t="t" r="r" b="b"/>
            <a:pathLst>
              <a:path w="5310878" h="887887">
                <a:moveTo>
                  <a:pt x="32885" y="0"/>
                </a:moveTo>
                <a:lnTo>
                  <a:pt x="5245112" y="0"/>
                </a:lnTo>
                <a:cubicBezTo>
                  <a:pt x="5281434" y="0"/>
                  <a:pt x="5310878" y="29444"/>
                  <a:pt x="5310878" y="65766"/>
                </a:cubicBezTo>
                <a:lnTo>
                  <a:pt x="5310878" y="822121"/>
                </a:lnTo>
                <a:cubicBezTo>
                  <a:pt x="5310878" y="858418"/>
                  <a:pt x="5281409" y="887887"/>
                  <a:pt x="5245112" y="887887"/>
                </a:cubicBezTo>
                <a:lnTo>
                  <a:pt x="32885" y="887887"/>
                </a:lnTo>
                <a:cubicBezTo>
                  <a:pt x="14723" y="887887"/>
                  <a:pt x="0" y="873164"/>
                  <a:pt x="0" y="855002"/>
                </a:cubicBezTo>
                <a:lnTo>
                  <a:pt x="0" y="32885"/>
                </a:lnTo>
                <a:cubicBezTo>
                  <a:pt x="0" y="14735"/>
                  <a:pt x="14735" y="0"/>
                  <a:pt x="32885" y="0"/>
                </a:cubicBezTo>
                <a:close/>
              </a:path>
            </a:pathLst>
          </a:custGeom>
          <a:solidFill>
            <a:srgbClr val="1A2332">
              <a:alpha val="50196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17636" y="2966872"/>
            <a:ext cx="32885" cy="887887"/>
          </a:xfrm>
          <a:custGeom>
            <a:avLst/>
            <a:gdLst/>
            <a:ahLst/>
            <a:cxnLst/>
            <a:rect l="l" t="t" r="r" b="b"/>
            <a:pathLst>
              <a:path w="32885" h="887887">
                <a:moveTo>
                  <a:pt x="32885" y="0"/>
                </a:moveTo>
                <a:lnTo>
                  <a:pt x="32885" y="0"/>
                </a:lnTo>
                <a:lnTo>
                  <a:pt x="32885" y="887887"/>
                </a:lnTo>
                <a:lnTo>
                  <a:pt x="32885" y="887887"/>
                </a:lnTo>
                <a:cubicBezTo>
                  <a:pt x="14723" y="887887"/>
                  <a:pt x="0" y="873164"/>
                  <a:pt x="0" y="855002"/>
                </a:cubicBezTo>
                <a:lnTo>
                  <a:pt x="0" y="32885"/>
                </a:lnTo>
                <a:cubicBezTo>
                  <a:pt x="0" y="14735"/>
                  <a:pt x="14735" y="0"/>
                  <a:pt x="32885" y="0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65617" y="3098411"/>
            <a:ext cx="328847" cy="328847"/>
          </a:xfrm>
          <a:custGeom>
            <a:avLst/>
            <a:gdLst/>
            <a:ahLst/>
            <a:cxnLst/>
            <a:rect l="l" t="t" r="r" b="b"/>
            <a:pathLst>
              <a:path w="328847" h="328847">
                <a:moveTo>
                  <a:pt x="65769" y="0"/>
                </a:moveTo>
                <a:lnTo>
                  <a:pt x="263078" y="0"/>
                </a:lnTo>
                <a:cubicBezTo>
                  <a:pt x="299401" y="0"/>
                  <a:pt x="328847" y="29446"/>
                  <a:pt x="328847" y="65769"/>
                </a:cubicBezTo>
                <a:lnTo>
                  <a:pt x="328847" y="263078"/>
                </a:lnTo>
                <a:cubicBezTo>
                  <a:pt x="328847" y="299401"/>
                  <a:pt x="299401" y="328847"/>
                  <a:pt x="263078" y="328847"/>
                </a:cubicBezTo>
                <a:lnTo>
                  <a:pt x="65769" y="328847"/>
                </a:lnTo>
                <a:cubicBezTo>
                  <a:pt x="29446" y="328847"/>
                  <a:pt x="0" y="299401"/>
                  <a:pt x="0" y="263078"/>
                </a:cubicBezTo>
                <a:lnTo>
                  <a:pt x="0" y="65769"/>
                </a:lnTo>
                <a:cubicBezTo>
                  <a:pt x="0" y="29470"/>
                  <a:pt x="29470" y="0"/>
                  <a:pt x="65769" y="0"/>
                </a:cubicBezTo>
                <a:close/>
              </a:path>
            </a:pathLst>
          </a:custGeom>
          <a:solidFill>
            <a:srgbClr val="D4A24E">
              <a:alpha val="2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3789" y="3164181"/>
            <a:ext cx="221972" cy="197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D4A24E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93118" y="3098411"/>
            <a:ext cx="4669626" cy="197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Multi-File Data Consistency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93118" y="3328604"/>
            <a:ext cx="4669626" cy="3946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35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Keeping all 4 data files synchronized during add and delete operations required careful transaction-like handling to prevent data corruption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17636" y="3953413"/>
            <a:ext cx="5310878" cy="887887"/>
          </a:xfrm>
          <a:custGeom>
            <a:avLst/>
            <a:gdLst/>
            <a:ahLst/>
            <a:cxnLst/>
            <a:rect l="l" t="t" r="r" b="b"/>
            <a:pathLst>
              <a:path w="5310878" h="887887">
                <a:moveTo>
                  <a:pt x="32885" y="0"/>
                </a:moveTo>
                <a:lnTo>
                  <a:pt x="5245112" y="0"/>
                </a:lnTo>
                <a:cubicBezTo>
                  <a:pt x="5281434" y="0"/>
                  <a:pt x="5310878" y="29444"/>
                  <a:pt x="5310878" y="65766"/>
                </a:cubicBezTo>
                <a:lnTo>
                  <a:pt x="5310878" y="822121"/>
                </a:lnTo>
                <a:cubicBezTo>
                  <a:pt x="5310878" y="858418"/>
                  <a:pt x="5281409" y="887887"/>
                  <a:pt x="5245112" y="887887"/>
                </a:cubicBezTo>
                <a:lnTo>
                  <a:pt x="32885" y="887887"/>
                </a:lnTo>
                <a:cubicBezTo>
                  <a:pt x="14723" y="887887"/>
                  <a:pt x="0" y="873164"/>
                  <a:pt x="0" y="855002"/>
                </a:cubicBezTo>
                <a:lnTo>
                  <a:pt x="0" y="32885"/>
                </a:lnTo>
                <a:cubicBezTo>
                  <a:pt x="0" y="14735"/>
                  <a:pt x="14735" y="0"/>
                  <a:pt x="32885" y="0"/>
                </a:cubicBezTo>
                <a:close/>
              </a:path>
            </a:pathLst>
          </a:custGeom>
          <a:solidFill>
            <a:srgbClr val="1A2332">
              <a:alpha val="50196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17636" y="3953413"/>
            <a:ext cx="32885" cy="887887"/>
          </a:xfrm>
          <a:custGeom>
            <a:avLst/>
            <a:gdLst/>
            <a:ahLst/>
            <a:cxnLst/>
            <a:rect l="l" t="t" r="r" b="b"/>
            <a:pathLst>
              <a:path w="32885" h="887887">
                <a:moveTo>
                  <a:pt x="32885" y="0"/>
                </a:moveTo>
                <a:lnTo>
                  <a:pt x="32885" y="0"/>
                </a:lnTo>
                <a:lnTo>
                  <a:pt x="32885" y="887887"/>
                </a:lnTo>
                <a:lnTo>
                  <a:pt x="32885" y="887887"/>
                </a:lnTo>
                <a:cubicBezTo>
                  <a:pt x="14723" y="887887"/>
                  <a:pt x="0" y="873164"/>
                  <a:pt x="0" y="855002"/>
                </a:cubicBezTo>
                <a:lnTo>
                  <a:pt x="0" y="32885"/>
                </a:lnTo>
                <a:cubicBezTo>
                  <a:pt x="0" y="14735"/>
                  <a:pt x="14735" y="0"/>
                  <a:pt x="32885" y="0"/>
                </a:cubicBez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65617" y="4084952"/>
            <a:ext cx="328847" cy="328847"/>
          </a:xfrm>
          <a:custGeom>
            <a:avLst/>
            <a:gdLst/>
            <a:ahLst/>
            <a:cxnLst/>
            <a:rect l="l" t="t" r="r" b="b"/>
            <a:pathLst>
              <a:path w="328847" h="328847">
                <a:moveTo>
                  <a:pt x="65769" y="0"/>
                </a:moveTo>
                <a:lnTo>
                  <a:pt x="263078" y="0"/>
                </a:lnTo>
                <a:cubicBezTo>
                  <a:pt x="299401" y="0"/>
                  <a:pt x="328847" y="29446"/>
                  <a:pt x="328847" y="65769"/>
                </a:cubicBezTo>
                <a:lnTo>
                  <a:pt x="328847" y="263078"/>
                </a:lnTo>
                <a:cubicBezTo>
                  <a:pt x="328847" y="299401"/>
                  <a:pt x="299401" y="328847"/>
                  <a:pt x="263078" y="328847"/>
                </a:cubicBezTo>
                <a:lnTo>
                  <a:pt x="65769" y="328847"/>
                </a:lnTo>
                <a:cubicBezTo>
                  <a:pt x="29446" y="328847"/>
                  <a:pt x="0" y="299401"/>
                  <a:pt x="0" y="263078"/>
                </a:cubicBezTo>
                <a:lnTo>
                  <a:pt x="0" y="65769"/>
                </a:lnTo>
                <a:cubicBezTo>
                  <a:pt x="0" y="29470"/>
                  <a:pt x="29470" y="0"/>
                  <a:pt x="65769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2145" y="4150721"/>
            <a:ext cx="221972" cy="197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4A6C8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93118" y="4084952"/>
            <a:ext cx="4669626" cy="197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Robust Input Validation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93118" y="4315145"/>
            <a:ext cx="4669626" cy="3946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35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Creating validation loops that gracefully handle both non-integer inputs and out-of-range values (0-100) without crashing required nested exception handling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17636" y="4939954"/>
            <a:ext cx="5310878" cy="887887"/>
          </a:xfrm>
          <a:custGeom>
            <a:avLst/>
            <a:gdLst/>
            <a:ahLst/>
            <a:cxnLst/>
            <a:rect l="l" t="t" r="r" b="b"/>
            <a:pathLst>
              <a:path w="5310878" h="887887">
                <a:moveTo>
                  <a:pt x="32885" y="0"/>
                </a:moveTo>
                <a:lnTo>
                  <a:pt x="5245112" y="0"/>
                </a:lnTo>
                <a:cubicBezTo>
                  <a:pt x="5281434" y="0"/>
                  <a:pt x="5310878" y="29444"/>
                  <a:pt x="5310878" y="65766"/>
                </a:cubicBezTo>
                <a:lnTo>
                  <a:pt x="5310878" y="822121"/>
                </a:lnTo>
                <a:cubicBezTo>
                  <a:pt x="5310878" y="858418"/>
                  <a:pt x="5281409" y="887887"/>
                  <a:pt x="5245112" y="887887"/>
                </a:cubicBezTo>
                <a:lnTo>
                  <a:pt x="32885" y="887887"/>
                </a:lnTo>
                <a:cubicBezTo>
                  <a:pt x="14723" y="887887"/>
                  <a:pt x="0" y="873164"/>
                  <a:pt x="0" y="855002"/>
                </a:cubicBezTo>
                <a:lnTo>
                  <a:pt x="0" y="32885"/>
                </a:lnTo>
                <a:cubicBezTo>
                  <a:pt x="0" y="14735"/>
                  <a:pt x="14735" y="0"/>
                  <a:pt x="32885" y="0"/>
                </a:cubicBezTo>
                <a:close/>
              </a:path>
            </a:pathLst>
          </a:custGeom>
          <a:solidFill>
            <a:srgbClr val="1A2332">
              <a:alpha val="50196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17636" y="4939954"/>
            <a:ext cx="32885" cy="887887"/>
          </a:xfrm>
          <a:custGeom>
            <a:avLst/>
            <a:gdLst/>
            <a:ahLst/>
            <a:cxnLst/>
            <a:rect l="l" t="t" r="r" b="b"/>
            <a:pathLst>
              <a:path w="32885" h="887887">
                <a:moveTo>
                  <a:pt x="32885" y="0"/>
                </a:moveTo>
                <a:lnTo>
                  <a:pt x="32885" y="0"/>
                </a:lnTo>
                <a:lnTo>
                  <a:pt x="32885" y="887887"/>
                </a:lnTo>
                <a:lnTo>
                  <a:pt x="32885" y="887887"/>
                </a:lnTo>
                <a:cubicBezTo>
                  <a:pt x="14723" y="887887"/>
                  <a:pt x="0" y="873164"/>
                  <a:pt x="0" y="855002"/>
                </a:cubicBezTo>
                <a:lnTo>
                  <a:pt x="0" y="32885"/>
                </a:lnTo>
                <a:cubicBezTo>
                  <a:pt x="0" y="14735"/>
                  <a:pt x="14735" y="0"/>
                  <a:pt x="32885" y="0"/>
                </a:cubicBezTo>
                <a:close/>
              </a:path>
            </a:pathLst>
          </a:custGeom>
          <a:solidFill>
            <a:srgbClr val="788A9C"/>
          </a:solidFill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65617" y="5071493"/>
            <a:ext cx="328847" cy="328847"/>
          </a:xfrm>
          <a:custGeom>
            <a:avLst/>
            <a:gdLst/>
            <a:ahLst/>
            <a:cxnLst/>
            <a:rect l="l" t="t" r="r" b="b"/>
            <a:pathLst>
              <a:path w="328847" h="328847">
                <a:moveTo>
                  <a:pt x="65769" y="0"/>
                </a:moveTo>
                <a:lnTo>
                  <a:pt x="263078" y="0"/>
                </a:lnTo>
                <a:cubicBezTo>
                  <a:pt x="299401" y="0"/>
                  <a:pt x="328847" y="29446"/>
                  <a:pt x="328847" y="65769"/>
                </a:cubicBezTo>
                <a:lnTo>
                  <a:pt x="328847" y="263078"/>
                </a:lnTo>
                <a:cubicBezTo>
                  <a:pt x="328847" y="299401"/>
                  <a:pt x="299401" y="328847"/>
                  <a:pt x="263078" y="328847"/>
                </a:cubicBezTo>
                <a:lnTo>
                  <a:pt x="65769" y="328847"/>
                </a:lnTo>
                <a:cubicBezTo>
                  <a:pt x="29446" y="328847"/>
                  <a:pt x="0" y="299401"/>
                  <a:pt x="0" y="263078"/>
                </a:cubicBezTo>
                <a:lnTo>
                  <a:pt x="0" y="65769"/>
                </a:lnTo>
                <a:cubicBezTo>
                  <a:pt x="0" y="29470"/>
                  <a:pt x="29470" y="0"/>
                  <a:pt x="65769" y="0"/>
                </a:cubicBezTo>
                <a:close/>
              </a:path>
            </a:pathLst>
          </a:custGeom>
          <a:solidFill>
            <a:srgbClr val="788A9C">
              <a:alpha val="2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3892" y="5137262"/>
            <a:ext cx="221972" cy="197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04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93118" y="5071493"/>
            <a:ext cx="4669626" cy="197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Multi-Chart Dashboard Design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93118" y="5301686"/>
            <a:ext cx="4669626" cy="3946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35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Designing the analytics dashboard with multiple chart types in a single matplotlib figure required careful layout management and subplot coordination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097850" y="1220793"/>
            <a:ext cx="5662744" cy="5037935"/>
          </a:xfrm>
          <a:custGeom>
            <a:avLst/>
            <a:gdLst/>
            <a:ahLst/>
            <a:cxnLst/>
            <a:rect l="l" t="t" r="r" b="b"/>
            <a:pathLst>
              <a:path w="5662744" h="5037935">
                <a:moveTo>
                  <a:pt x="65745" y="0"/>
                </a:moveTo>
                <a:lnTo>
                  <a:pt x="5596999" y="0"/>
                </a:lnTo>
                <a:cubicBezTo>
                  <a:pt x="5633309" y="0"/>
                  <a:pt x="5662744" y="29435"/>
                  <a:pt x="5662744" y="65745"/>
                </a:cubicBezTo>
                <a:lnTo>
                  <a:pt x="5662744" y="4972190"/>
                </a:lnTo>
                <a:cubicBezTo>
                  <a:pt x="5662744" y="5008500"/>
                  <a:pt x="5633309" y="5037935"/>
                  <a:pt x="5596999" y="5037935"/>
                </a:cubicBezTo>
                <a:lnTo>
                  <a:pt x="65745" y="5037935"/>
                </a:lnTo>
                <a:cubicBezTo>
                  <a:pt x="29435" y="5037935"/>
                  <a:pt x="0" y="5008500"/>
                  <a:pt x="0" y="4972190"/>
                </a:cubicBezTo>
                <a:lnTo>
                  <a:pt x="0" y="65745"/>
                </a:lnTo>
                <a:cubicBezTo>
                  <a:pt x="0" y="29435"/>
                  <a:pt x="29435" y="0"/>
                  <a:pt x="65745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314889" y="1421292"/>
            <a:ext cx="147981" cy="197308"/>
          </a:xfrm>
          <a:custGeom>
            <a:avLst/>
            <a:gdLst/>
            <a:ahLst/>
            <a:cxnLst/>
            <a:rect l="l" t="t" r="r" b="b"/>
            <a:pathLst>
              <a:path w="147981" h="197308">
                <a:moveTo>
                  <a:pt x="112874" y="147981"/>
                </a:moveTo>
                <a:cubicBezTo>
                  <a:pt x="115687" y="139387"/>
                  <a:pt x="121314" y="131603"/>
                  <a:pt x="127672" y="124898"/>
                </a:cubicBezTo>
                <a:cubicBezTo>
                  <a:pt x="140274" y="111641"/>
                  <a:pt x="147981" y="93721"/>
                  <a:pt x="147981" y="73991"/>
                </a:cubicBezTo>
                <a:cubicBezTo>
                  <a:pt x="147981" y="33142"/>
                  <a:pt x="114840" y="0"/>
                  <a:pt x="73991" y="0"/>
                </a:cubicBezTo>
                <a:cubicBezTo>
                  <a:pt x="33142" y="0"/>
                  <a:pt x="0" y="33142"/>
                  <a:pt x="0" y="73991"/>
                </a:cubicBezTo>
                <a:cubicBezTo>
                  <a:pt x="0" y="93721"/>
                  <a:pt x="7707" y="111641"/>
                  <a:pt x="20309" y="124898"/>
                </a:cubicBezTo>
                <a:cubicBezTo>
                  <a:pt x="26667" y="131603"/>
                  <a:pt x="32332" y="139387"/>
                  <a:pt x="35107" y="147981"/>
                </a:cubicBezTo>
                <a:lnTo>
                  <a:pt x="112836" y="147981"/>
                </a:lnTo>
                <a:close/>
                <a:moveTo>
                  <a:pt x="110986" y="166479"/>
                </a:moveTo>
                <a:lnTo>
                  <a:pt x="36995" y="166479"/>
                </a:lnTo>
                <a:lnTo>
                  <a:pt x="36995" y="172645"/>
                </a:lnTo>
                <a:cubicBezTo>
                  <a:pt x="36995" y="189678"/>
                  <a:pt x="50791" y="203474"/>
                  <a:pt x="67825" y="203474"/>
                </a:cubicBezTo>
                <a:lnTo>
                  <a:pt x="80156" y="203474"/>
                </a:lnTo>
                <a:cubicBezTo>
                  <a:pt x="97190" y="203474"/>
                  <a:pt x="110986" y="189678"/>
                  <a:pt x="110986" y="172645"/>
                </a:cubicBezTo>
                <a:lnTo>
                  <a:pt x="110986" y="166479"/>
                </a:lnTo>
                <a:close/>
                <a:moveTo>
                  <a:pt x="70908" y="43161"/>
                </a:moveTo>
                <a:cubicBezTo>
                  <a:pt x="55570" y="43161"/>
                  <a:pt x="43161" y="55570"/>
                  <a:pt x="43161" y="70908"/>
                </a:cubicBezTo>
                <a:cubicBezTo>
                  <a:pt x="43161" y="76033"/>
                  <a:pt x="39038" y="80156"/>
                  <a:pt x="33912" y="80156"/>
                </a:cubicBezTo>
                <a:cubicBezTo>
                  <a:pt x="28787" y="80156"/>
                  <a:pt x="24664" y="76033"/>
                  <a:pt x="24664" y="70908"/>
                </a:cubicBezTo>
                <a:cubicBezTo>
                  <a:pt x="24664" y="45358"/>
                  <a:pt x="45358" y="24664"/>
                  <a:pt x="70908" y="24664"/>
                </a:cubicBezTo>
                <a:cubicBezTo>
                  <a:pt x="76033" y="24664"/>
                  <a:pt x="80156" y="28787"/>
                  <a:pt x="80156" y="33912"/>
                </a:cubicBezTo>
                <a:cubicBezTo>
                  <a:pt x="80156" y="39038"/>
                  <a:pt x="76033" y="43161"/>
                  <a:pt x="70908" y="43161"/>
                </a:cubicBezTo>
                <a:close/>
              </a:path>
            </a:pathLst>
          </a:custGeom>
          <a:solidFill>
            <a:srgbClr val="1D9E75"/>
          </a:solidFill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512197" y="1388503"/>
            <a:ext cx="5179339" cy="2630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1555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Key Learnings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82004" y="1783023"/>
            <a:ext cx="5310878" cy="887887"/>
          </a:xfrm>
          <a:custGeom>
            <a:avLst/>
            <a:gdLst/>
            <a:ahLst/>
            <a:cxnLst/>
            <a:rect l="l" t="t" r="r" b="b"/>
            <a:pathLst>
              <a:path w="5310878" h="887887">
                <a:moveTo>
                  <a:pt x="32885" y="0"/>
                </a:moveTo>
                <a:lnTo>
                  <a:pt x="5245112" y="0"/>
                </a:lnTo>
                <a:cubicBezTo>
                  <a:pt x="5281434" y="0"/>
                  <a:pt x="5310878" y="29444"/>
                  <a:pt x="5310878" y="65766"/>
                </a:cubicBezTo>
                <a:lnTo>
                  <a:pt x="5310878" y="822121"/>
                </a:lnTo>
                <a:cubicBezTo>
                  <a:pt x="5310878" y="858418"/>
                  <a:pt x="5281409" y="887887"/>
                  <a:pt x="5245112" y="887887"/>
                </a:cubicBezTo>
                <a:lnTo>
                  <a:pt x="32885" y="887887"/>
                </a:lnTo>
                <a:cubicBezTo>
                  <a:pt x="14723" y="887887"/>
                  <a:pt x="0" y="873164"/>
                  <a:pt x="0" y="855002"/>
                </a:cubicBezTo>
                <a:lnTo>
                  <a:pt x="0" y="32885"/>
                </a:lnTo>
                <a:cubicBezTo>
                  <a:pt x="0" y="14735"/>
                  <a:pt x="14735" y="0"/>
                  <a:pt x="32885" y="0"/>
                </a:cubicBezTo>
                <a:close/>
              </a:path>
            </a:pathLst>
          </a:custGeom>
          <a:solidFill>
            <a:srgbClr val="1A2332">
              <a:alpha val="50196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282004" y="1783023"/>
            <a:ext cx="32885" cy="887887"/>
          </a:xfrm>
          <a:custGeom>
            <a:avLst/>
            <a:gdLst/>
            <a:ahLst/>
            <a:cxnLst/>
            <a:rect l="l" t="t" r="r" b="b"/>
            <a:pathLst>
              <a:path w="32885" h="887887">
                <a:moveTo>
                  <a:pt x="32885" y="0"/>
                </a:moveTo>
                <a:lnTo>
                  <a:pt x="32885" y="0"/>
                </a:lnTo>
                <a:lnTo>
                  <a:pt x="32885" y="887887"/>
                </a:lnTo>
                <a:lnTo>
                  <a:pt x="32885" y="887887"/>
                </a:lnTo>
                <a:cubicBezTo>
                  <a:pt x="14723" y="887887"/>
                  <a:pt x="0" y="873164"/>
                  <a:pt x="0" y="855002"/>
                </a:cubicBezTo>
                <a:lnTo>
                  <a:pt x="0" y="32885"/>
                </a:lnTo>
                <a:cubicBezTo>
                  <a:pt x="0" y="14735"/>
                  <a:pt x="14735" y="0"/>
                  <a:pt x="32885" y="0"/>
                </a:cubicBezTo>
                <a:close/>
              </a:path>
            </a:pathLst>
          </a:custGeom>
          <a:solidFill>
            <a:srgbClr val="1D9E75"/>
          </a:solidFill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429985" y="1914562"/>
            <a:ext cx="328847" cy="328847"/>
          </a:xfrm>
          <a:custGeom>
            <a:avLst/>
            <a:gdLst/>
            <a:ahLst/>
            <a:cxnLst/>
            <a:rect l="l" t="t" r="r" b="b"/>
            <a:pathLst>
              <a:path w="328847" h="328847">
                <a:moveTo>
                  <a:pt x="65769" y="0"/>
                </a:moveTo>
                <a:lnTo>
                  <a:pt x="263078" y="0"/>
                </a:lnTo>
                <a:cubicBezTo>
                  <a:pt x="299401" y="0"/>
                  <a:pt x="328847" y="29446"/>
                  <a:pt x="328847" y="65769"/>
                </a:cubicBezTo>
                <a:lnTo>
                  <a:pt x="328847" y="263078"/>
                </a:lnTo>
                <a:cubicBezTo>
                  <a:pt x="328847" y="299401"/>
                  <a:pt x="299401" y="328847"/>
                  <a:pt x="263078" y="328847"/>
                </a:cubicBezTo>
                <a:lnTo>
                  <a:pt x="65769" y="328847"/>
                </a:lnTo>
                <a:cubicBezTo>
                  <a:pt x="29446" y="328847"/>
                  <a:pt x="0" y="299401"/>
                  <a:pt x="0" y="263078"/>
                </a:cubicBezTo>
                <a:lnTo>
                  <a:pt x="0" y="65769"/>
                </a:lnTo>
                <a:cubicBezTo>
                  <a:pt x="0" y="29470"/>
                  <a:pt x="29470" y="0"/>
                  <a:pt x="65769" y="0"/>
                </a:cubicBezTo>
                <a:close/>
              </a:path>
            </a:pathLst>
          </a:custGeom>
          <a:solidFill>
            <a:srgbClr val="1D9E75">
              <a:alpha val="2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528639" y="2013216"/>
            <a:ext cx="131539" cy="131539"/>
          </a:xfrm>
          <a:custGeom>
            <a:avLst/>
            <a:gdLst/>
            <a:ahLst/>
            <a:cxnLst/>
            <a:rect l="l" t="t" r="r" b="b"/>
            <a:pathLst>
              <a:path w="131539" h="131539">
                <a:moveTo>
                  <a:pt x="72963" y="-334"/>
                </a:moveTo>
                <a:cubicBezTo>
                  <a:pt x="68518" y="-2903"/>
                  <a:pt x="63020" y="-2903"/>
                  <a:pt x="58576" y="-334"/>
                </a:cubicBezTo>
                <a:lnTo>
                  <a:pt x="36944" y="12152"/>
                </a:lnTo>
                <a:cubicBezTo>
                  <a:pt x="32499" y="14721"/>
                  <a:pt x="29750" y="19474"/>
                  <a:pt x="29750" y="24612"/>
                </a:cubicBezTo>
                <a:lnTo>
                  <a:pt x="29750" y="50791"/>
                </a:lnTo>
                <a:lnTo>
                  <a:pt x="7065" y="63894"/>
                </a:lnTo>
                <a:cubicBezTo>
                  <a:pt x="2620" y="66463"/>
                  <a:pt x="-128" y="71216"/>
                  <a:pt x="-128" y="76354"/>
                </a:cubicBezTo>
                <a:lnTo>
                  <a:pt x="-128" y="101352"/>
                </a:lnTo>
                <a:cubicBezTo>
                  <a:pt x="-128" y="106490"/>
                  <a:pt x="2620" y="111243"/>
                  <a:pt x="7065" y="113812"/>
                </a:cubicBezTo>
                <a:lnTo>
                  <a:pt x="28723" y="126298"/>
                </a:lnTo>
                <a:cubicBezTo>
                  <a:pt x="33167" y="128867"/>
                  <a:pt x="38665" y="128867"/>
                  <a:pt x="43110" y="126298"/>
                </a:cubicBezTo>
                <a:lnTo>
                  <a:pt x="65795" y="113195"/>
                </a:lnTo>
                <a:lnTo>
                  <a:pt x="88480" y="126298"/>
                </a:lnTo>
                <a:cubicBezTo>
                  <a:pt x="92925" y="128867"/>
                  <a:pt x="98423" y="128867"/>
                  <a:pt x="102867" y="126298"/>
                </a:cubicBezTo>
                <a:lnTo>
                  <a:pt x="124474" y="113812"/>
                </a:lnTo>
                <a:cubicBezTo>
                  <a:pt x="128918" y="111243"/>
                  <a:pt x="131667" y="106490"/>
                  <a:pt x="131667" y="101352"/>
                </a:cubicBezTo>
                <a:lnTo>
                  <a:pt x="131667" y="76354"/>
                </a:lnTo>
                <a:cubicBezTo>
                  <a:pt x="131667" y="71216"/>
                  <a:pt x="128918" y="66463"/>
                  <a:pt x="124474" y="63894"/>
                </a:cubicBezTo>
                <a:lnTo>
                  <a:pt x="101788" y="50791"/>
                </a:lnTo>
                <a:lnTo>
                  <a:pt x="101788" y="24612"/>
                </a:lnTo>
                <a:cubicBezTo>
                  <a:pt x="101788" y="19474"/>
                  <a:pt x="99039" y="14721"/>
                  <a:pt x="94595" y="12152"/>
                </a:cubicBezTo>
                <a:lnTo>
                  <a:pt x="72963" y="-334"/>
                </a:lnTo>
                <a:close/>
                <a:moveTo>
                  <a:pt x="59604" y="75172"/>
                </a:moveTo>
                <a:lnTo>
                  <a:pt x="59604" y="102533"/>
                </a:lnTo>
                <a:lnTo>
                  <a:pt x="36918" y="115636"/>
                </a:lnTo>
                <a:cubicBezTo>
                  <a:pt x="36610" y="115816"/>
                  <a:pt x="36250" y="115919"/>
                  <a:pt x="35891" y="115919"/>
                </a:cubicBezTo>
                <a:lnTo>
                  <a:pt x="35891" y="88866"/>
                </a:lnTo>
                <a:lnTo>
                  <a:pt x="59604" y="75172"/>
                </a:lnTo>
                <a:close/>
                <a:moveTo>
                  <a:pt x="119053" y="75327"/>
                </a:moveTo>
                <a:cubicBezTo>
                  <a:pt x="119233" y="75635"/>
                  <a:pt x="119335" y="75994"/>
                  <a:pt x="119335" y="76354"/>
                </a:cubicBezTo>
                <a:lnTo>
                  <a:pt x="119335" y="101352"/>
                </a:lnTo>
                <a:cubicBezTo>
                  <a:pt x="119335" y="102097"/>
                  <a:pt x="118950" y="102765"/>
                  <a:pt x="118308" y="103124"/>
                </a:cubicBezTo>
                <a:lnTo>
                  <a:pt x="96650" y="115610"/>
                </a:lnTo>
                <a:cubicBezTo>
                  <a:pt x="96342" y="115790"/>
                  <a:pt x="95982" y="115893"/>
                  <a:pt x="95623" y="115893"/>
                </a:cubicBezTo>
                <a:lnTo>
                  <a:pt x="95623" y="88840"/>
                </a:lnTo>
                <a:lnTo>
                  <a:pt x="119053" y="75327"/>
                </a:lnTo>
                <a:close/>
                <a:moveTo>
                  <a:pt x="89482" y="24612"/>
                </a:moveTo>
                <a:lnTo>
                  <a:pt x="89482" y="50791"/>
                </a:lnTo>
                <a:lnTo>
                  <a:pt x="65769" y="64485"/>
                </a:lnTo>
                <a:lnTo>
                  <a:pt x="65769" y="37124"/>
                </a:lnTo>
                <a:lnTo>
                  <a:pt x="89200" y="23610"/>
                </a:lnTo>
                <a:cubicBezTo>
                  <a:pt x="89380" y="23918"/>
                  <a:pt x="89482" y="24278"/>
                  <a:pt x="89482" y="24638"/>
                </a:cubicBezTo>
                <a:close/>
              </a:path>
            </a:pathLst>
          </a:custGeom>
          <a:solidFill>
            <a:srgbClr val="1D9E75"/>
          </a:solidFill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857486" y="1914562"/>
            <a:ext cx="4669626" cy="197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OOP Enables Modularity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857486" y="2144755"/>
            <a:ext cx="4669626" cy="3946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35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Object-oriented programming makes large programs modular, maintainable, and easier to debug by encapsulating related data and behavior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82004" y="2769564"/>
            <a:ext cx="5310878" cy="887887"/>
          </a:xfrm>
          <a:custGeom>
            <a:avLst/>
            <a:gdLst/>
            <a:ahLst/>
            <a:cxnLst/>
            <a:rect l="l" t="t" r="r" b="b"/>
            <a:pathLst>
              <a:path w="5310878" h="887887">
                <a:moveTo>
                  <a:pt x="32885" y="0"/>
                </a:moveTo>
                <a:lnTo>
                  <a:pt x="5245112" y="0"/>
                </a:lnTo>
                <a:cubicBezTo>
                  <a:pt x="5281434" y="0"/>
                  <a:pt x="5310878" y="29444"/>
                  <a:pt x="5310878" y="65766"/>
                </a:cubicBezTo>
                <a:lnTo>
                  <a:pt x="5310878" y="822121"/>
                </a:lnTo>
                <a:cubicBezTo>
                  <a:pt x="5310878" y="858418"/>
                  <a:pt x="5281409" y="887887"/>
                  <a:pt x="5245112" y="887887"/>
                </a:cubicBezTo>
                <a:lnTo>
                  <a:pt x="32885" y="887887"/>
                </a:lnTo>
                <a:cubicBezTo>
                  <a:pt x="14723" y="887887"/>
                  <a:pt x="0" y="873164"/>
                  <a:pt x="0" y="855002"/>
                </a:cubicBezTo>
                <a:lnTo>
                  <a:pt x="0" y="32885"/>
                </a:lnTo>
                <a:cubicBezTo>
                  <a:pt x="0" y="14735"/>
                  <a:pt x="14735" y="0"/>
                  <a:pt x="32885" y="0"/>
                </a:cubicBezTo>
                <a:close/>
              </a:path>
            </a:pathLst>
          </a:custGeom>
          <a:solidFill>
            <a:srgbClr val="1A2332">
              <a:alpha val="50196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282004" y="2769564"/>
            <a:ext cx="32885" cy="887887"/>
          </a:xfrm>
          <a:custGeom>
            <a:avLst/>
            <a:gdLst/>
            <a:ahLst/>
            <a:cxnLst/>
            <a:rect l="l" t="t" r="r" b="b"/>
            <a:pathLst>
              <a:path w="32885" h="887887">
                <a:moveTo>
                  <a:pt x="32885" y="0"/>
                </a:moveTo>
                <a:lnTo>
                  <a:pt x="32885" y="0"/>
                </a:lnTo>
                <a:lnTo>
                  <a:pt x="32885" y="887887"/>
                </a:lnTo>
                <a:lnTo>
                  <a:pt x="32885" y="887887"/>
                </a:lnTo>
                <a:cubicBezTo>
                  <a:pt x="14723" y="887887"/>
                  <a:pt x="0" y="873164"/>
                  <a:pt x="0" y="855002"/>
                </a:cubicBezTo>
                <a:lnTo>
                  <a:pt x="0" y="32885"/>
                </a:lnTo>
                <a:cubicBezTo>
                  <a:pt x="0" y="14735"/>
                  <a:pt x="14735" y="0"/>
                  <a:pt x="32885" y="0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429985" y="2901103"/>
            <a:ext cx="328847" cy="328847"/>
          </a:xfrm>
          <a:custGeom>
            <a:avLst/>
            <a:gdLst/>
            <a:ahLst/>
            <a:cxnLst/>
            <a:rect l="l" t="t" r="r" b="b"/>
            <a:pathLst>
              <a:path w="328847" h="328847">
                <a:moveTo>
                  <a:pt x="65769" y="0"/>
                </a:moveTo>
                <a:lnTo>
                  <a:pt x="263078" y="0"/>
                </a:lnTo>
                <a:cubicBezTo>
                  <a:pt x="299401" y="0"/>
                  <a:pt x="328847" y="29446"/>
                  <a:pt x="328847" y="65769"/>
                </a:cubicBezTo>
                <a:lnTo>
                  <a:pt x="328847" y="263078"/>
                </a:lnTo>
                <a:cubicBezTo>
                  <a:pt x="328847" y="299401"/>
                  <a:pt x="299401" y="328847"/>
                  <a:pt x="263078" y="328847"/>
                </a:cubicBezTo>
                <a:lnTo>
                  <a:pt x="65769" y="328847"/>
                </a:lnTo>
                <a:cubicBezTo>
                  <a:pt x="29446" y="328847"/>
                  <a:pt x="0" y="299401"/>
                  <a:pt x="0" y="263078"/>
                </a:cubicBezTo>
                <a:lnTo>
                  <a:pt x="0" y="65769"/>
                </a:lnTo>
                <a:cubicBezTo>
                  <a:pt x="0" y="29470"/>
                  <a:pt x="29470" y="0"/>
                  <a:pt x="65769" y="0"/>
                </a:cubicBezTo>
                <a:close/>
              </a:path>
            </a:pathLst>
          </a:custGeom>
          <a:solidFill>
            <a:srgbClr val="D4A24E">
              <a:alpha val="2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536860" y="2999757"/>
            <a:ext cx="115096" cy="131539"/>
          </a:xfrm>
          <a:custGeom>
            <a:avLst/>
            <a:gdLst/>
            <a:ahLst/>
            <a:cxnLst/>
            <a:rect l="l" t="t" r="r" b="b"/>
            <a:pathLst>
              <a:path w="115096" h="131539">
                <a:moveTo>
                  <a:pt x="115096" y="52872"/>
                </a:moveTo>
                <a:cubicBezTo>
                  <a:pt x="111294" y="55390"/>
                  <a:pt x="106927" y="57420"/>
                  <a:pt x="102379" y="59038"/>
                </a:cubicBezTo>
                <a:cubicBezTo>
                  <a:pt x="90304" y="63354"/>
                  <a:pt x="74453" y="65769"/>
                  <a:pt x="57548" y="65769"/>
                </a:cubicBezTo>
                <a:cubicBezTo>
                  <a:pt x="40643" y="65769"/>
                  <a:pt x="24766" y="63329"/>
                  <a:pt x="12717" y="59038"/>
                </a:cubicBezTo>
                <a:cubicBezTo>
                  <a:pt x="8195" y="57420"/>
                  <a:pt x="3802" y="55390"/>
                  <a:pt x="0" y="52872"/>
                </a:cubicBezTo>
                <a:lnTo>
                  <a:pt x="0" y="73991"/>
                </a:lnTo>
                <a:cubicBezTo>
                  <a:pt x="0" y="85346"/>
                  <a:pt x="25768" y="94543"/>
                  <a:pt x="57548" y="94543"/>
                </a:cubicBezTo>
                <a:cubicBezTo>
                  <a:pt x="89328" y="94543"/>
                  <a:pt x="115096" y="85346"/>
                  <a:pt x="115096" y="73991"/>
                </a:cubicBezTo>
                <a:lnTo>
                  <a:pt x="115096" y="52872"/>
                </a:lnTo>
                <a:close/>
                <a:moveTo>
                  <a:pt x="115096" y="32885"/>
                </a:moveTo>
                <a:lnTo>
                  <a:pt x="115096" y="20553"/>
                </a:lnTo>
                <a:cubicBezTo>
                  <a:pt x="115096" y="9197"/>
                  <a:pt x="89328" y="0"/>
                  <a:pt x="57548" y="0"/>
                </a:cubicBezTo>
                <a:cubicBezTo>
                  <a:pt x="25768" y="0"/>
                  <a:pt x="0" y="9197"/>
                  <a:pt x="0" y="20553"/>
                </a:cubicBezTo>
                <a:lnTo>
                  <a:pt x="0" y="32885"/>
                </a:lnTo>
                <a:cubicBezTo>
                  <a:pt x="0" y="44240"/>
                  <a:pt x="25768" y="53438"/>
                  <a:pt x="57548" y="53438"/>
                </a:cubicBezTo>
                <a:cubicBezTo>
                  <a:pt x="89328" y="53438"/>
                  <a:pt x="115096" y="44240"/>
                  <a:pt x="115096" y="32885"/>
                </a:cubicBezTo>
                <a:close/>
                <a:moveTo>
                  <a:pt x="102379" y="100144"/>
                </a:moveTo>
                <a:cubicBezTo>
                  <a:pt x="90330" y="104435"/>
                  <a:pt x="74479" y="106875"/>
                  <a:pt x="57548" y="106875"/>
                </a:cubicBezTo>
                <a:cubicBezTo>
                  <a:pt x="40618" y="106875"/>
                  <a:pt x="24766" y="104435"/>
                  <a:pt x="12717" y="100144"/>
                </a:cubicBezTo>
                <a:cubicBezTo>
                  <a:pt x="8195" y="98526"/>
                  <a:pt x="3802" y="96496"/>
                  <a:pt x="0" y="93978"/>
                </a:cubicBezTo>
                <a:lnTo>
                  <a:pt x="0" y="110986"/>
                </a:lnTo>
                <a:cubicBezTo>
                  <a:pt x="0" y="122341"/>
                  <a:pt x="25768" y="131539"/>
                  <a:pt x="57548" y="131539"/>
                </a:cubicBezTo>
                <a:cubicBezTo>
                  <a:pt x="89328" y="131539"/>
                  <a:pt x="115096" y="122341"/>
                  <a:pt x="115096" y="110986"/>
                </a:cubicBezTo>
                <a:lnTo>
                  <a:pt x="115096" y="93978"/>
                </a:lnTo>
                <a:cubicBezTo>
                  <a:pt x="111294" y="96496"/>
                  <a:pt x="106927" y="98526"/>
                  <a:pt x="102379" y="100144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857486" y="2901103"/>
            <a:ext cx="4669626" cy="197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File-Based Persistence is Powerful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857486" y="3131296"/>
            <a:ext cx="4669626" cy="3946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35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Plain text file handling with CSV format provides robust data storage without database dependencies, suitable for small to medium applications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282004" y="3756105"/>
            <a:ext cx="5310878" cy="887887"/>
          </a:xfrm>
          <a:custGeom>
            <a:avLst/>
            <a:gdLst/>
            <a:ahLst/>
            <a:cxnLst/>
            <a:rect l="l" t="t" r="r" b="b"/>
            <a:pathLst>
              <a:path w="5310878" h="887887">
                <a:moveTo>
                  <a:pt x="32885" y="0"/>
                </a:moveTo>
                <a:lnTo>
                  <a:pt x="5245112" y="0"/>
                </a:lnTo>
                <a:cubicBezTo>
                  <a:pt x="5281434" y="0"/>
                  <a:pt x="5310878" y="29444"/>
                  <a:pt x="5310878" y="65766"/>
                </a:cubicBezTo>
                <a:lnTo>
                  <a:pt x="5310878" y="822121"/>
                </a:lnTo>
                <a:cubicBezTo>
                  <a:pt x="5310878" y="858418"/>
                  <a:pt x="5281409" y="887887"/>
                  <a:pt x="5245112" y="887887"/>
                </a:cubicBezTo>
                <a:lnTo>
                  <a:pt x="32885" y="887887"/>
                </a:lnTo>
                <a:cubicBezTo>
                  <a:pt x="14723" y="887887"/>
                  <a:pt x="0" y="873164"/>
                  <a:pt x="0" y="855002"/>
                </a:cubicBezTo>
                <a:lnTo>
                  <a:pt x="0" y="32885"/>
                </a:lnTo>
                <a:cubicBezTo>
                  <a:pt x="0" y="14735"/>
                  <a:pt x="14735" y="0"/>
                  <a:pt x="32885" y="0"/>
                </a:cubicBezTo>
                <a:close/>
              </a:path>
            </a:pathLst>
          </a:custGeom>
          <a:solidFill>
            <a:srgbClr val="1A2332">
              <a:alpha val="50196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282004" y="3756105"/>
            <a:ext cx="32885" cy="887887"/>
          </a:xfrm>
          <a:custGeom>
            <a:avLst/>
            <a:gdLst/>
            <a:ahLst/>
            <a:cxnLst/>
            <a:rect l="l" t="t" r="r" b="b"/>
            <a:pathLst>
              <a:path w="32885" h="887887">
                <a:moveTo>
                  <a:pt x="32885" y="0"/>
                </a:moveTo>
                <a:lnTo>
                  <a:pt x="32885" y="0"/>
                </a:lnTo>
                <a:lnTo>
                  <a:pt x="32885" y="887887"/>
                </a:lnTo>
                <a:lnTo>
                  <a:pt x="32885" y="887887"/>
                </a:lnTo>
                <a:cubicBezTo>
                  <a:pt x="14723" y="887887"/>
                  <a:pt x="0" y="873164"/>
                  <a:pt x="0" y="855002"/>
                </a:cubicBezTo>
                <a:lnTo>
                  <a:pt x="0" y="32885"/>
                </a:lnTo>
                <a:cubicBezTo>
                  <a:pt x="0" y="14735"/>
                  <a:pt x="14735" y="0"/>
                  <a:pt x="32885" y="0"/>
                </a:cubicBez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429985" y="3887644"/>
            <a:ext cx="328847" cy="328847"/>
          </a:xfrm>
          <a:custGeom>
            <a:avLst/>
            <a:gdLst/>
            <a:ahLst/>
            <a:cxnLst/>
            <a:rect l="l" t="t" r="r" b="b"/>
            <a:pathLst>
              <a:path w="328847" h="328847">
                <a:moveTo>
                  <a:pt x="65769" y="0"/>
                </a:moveTo>
                <a:lnTo>
                  <a:pt x="263078" y="0"/>
                </a:lnTo>
                <a:cubicBezTo>
                  <a:pt x="299401" y="0"/>
                  <a:pt x="328847" y="29446"/>
                  <a:pt x="328847" y="65769"/>
                </a:cubicBezTo>
                <a:lnTo>
                  <a:pt x="328847" y="263078"/>
                </a:lnTo>
                <a:cubicBezTo>
                  <a:pt x="328847" y="299401"/>
                  <a:pt x="299401" y="328847"/>
                  <a:pt x="263078" y="328847"/>
                </a:cubicBezTo>
                <a:lnTo>
                  <a:pt x="65769" y="328847"/>
                </a:lnTo>
                <a:cubicBezTo>
                  <a:pt x="29446" y="328847"/>
                  <a:pt x="0" y="299401"/>
                  <a:pt x="0" y="263078"/>
                </a:cubicBezTo>
                <a:lnTo>
                  <a:pt x="0" y="65769"/>
                </a:lnTo>
                <a:cubicBezTo>
                  <a:pt x="0" y="29470"/>
                  <a:pt x="29470" y="0"/>
                  <a:pt x="65769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528639" y="3986298"/>
            <a:ext cx="131539" cy="131539"/>
          </a:xfrm>
          <a:custGeom>
            <a:avLst/>
            <a:gdLst/>
            <a:ahLst/>
            <a:cxnLst/>
            <a:rect l="l" t="t" r="r" b="b"/>
            <a:pathLst>
              <a:path w="131539" h="131539">
                <a:moveTo>
                  <a:pt x="16442" y="16442"/>
                </a:moveTo>
                <a:cubicBezTo>
                  <a:pt x="16442" y="11895"/>
                  <a:pt x="12769" y="8221"/>
                  <a:pt x="8221" y="8221"/>
                </a:cubicBezTo>
                <a:cubicBezTo>
                  <a:pt x="3674" y="8221"/>
                  <a:pt x="0" y="11895"/>
                  <a:pt x="0" y="16442"/>
                </a:cubicBezTo>
                <a:lnTo>
                  <a:pt x="0" y="102765"/>
                </a:lnTo>
                <a:cubicBezTo>
                  <a:pt x="0" y="114120"/>
                  <a:pt x="9197" y="123318"/>
                  <a:pt x="20553" y="123318"/>
                </a:cubicBezTo>
                <a:lnTo>
                  <a:pt x="123318" y="123318"/>
                </a:lnTo>
                <a:cubicBezTo>
                  <a:pt x="127865" y="123318"/>
                  <a:pt x="131539" y="119644"/>
                  <a:pt x="131539" y="115096"/>
                </a:cubicBezTo>
                <a:cubicBezTo>
                  <a:pt x="131539" y="110549"/>
                  <a:pt x="127865" y="106875"/>
                  <a:pt x="123318" y="106875"/>
                </a:cubicBezTo>
                <a:lnTo>
                  <a:pt x="20553" y="106875"/>
                </a:lnTo>
                <a:cubicBezTo>
                  <a:pt x="18292" y="106875"/>
                  <a:pt x="16442" y="105025"/>
                  <a:pt x="16442" y="102765"/>
                </a:cubicBezTo>
                <a:lnTo>
                  <a:pt x="16442" y="16442"/>
                </a:lnTo>
                <a:close/>
                <a:moveTo>
                  <a:pt x="120903" y="38691"/>
                </a:moveTo>
                <a:cubicBezTo>
                  <a:pt x="124114" y="35480"/>
                  <a:pt x="124114" y="30264"/>
                  <a:pt x="120903" y="27053"/>
                </a:cubicBezTo>
                <a:cubicBezTo>
                  <a:pt x="117691" y="23841"/>
                  <a:pt x="112476" y="23841"/>
                  <a:pt x="109265" y="27053"/>
                </a:cubicBezTo>
                <a:lnTo>
                  <a:pt x="82212" y="54131"/>
                </a:lnTo>
                <a:lnTo>
                  <a:pt x="67465" y="39410"/>
                </a:lnTo>
                <a:cubicBezTo>
                  <a:pt x="64254" y="36199"/>
                  <a:pt x="59038" y="36199"/>
                  <a:pt x="55827" y="39410"/>
                </a:cubicBezTo>
                <a:lnTo>
                  <a:pt x="31163" y="64074"/>
                </a:lnTo>
                <a:cubicBezTo>
                  <a:pt x="27952" y="67285"/>
                  <a:pt x="27952" y="72500"/>
                  <a:pt x="31163" y="75712"/>
                </a:cubicBezTo>
                <a:cubicBezTo>
                  <a:pt x="34375" y="78923"/>
                  <a:pt x="39590" y="78923"/>
                  <a:pt x="42801" y="75712"/>
                </a:cubicBezTo>
                <a:lnTo>
                  <a:pt x="61659" y="56855"/>
                </a:lnTo>
                <a:lnTo>
                  <a:pt x="76406" y="71601"/>
                </a:lnTo>
                <a:cubicBezTo>
                  <a:pt x="79617" y="74813"/>
                  <a:pt x="84832" y="74813"/>
                  <a:pt x="88044" y="71601"/>
                </a:cubicBezTo>
                <a:lnTo>
                  <a:pt x="120928" y="38717"/>
                </a:ln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857486" y="3887644"/>
            <a:ext cx="4669626" cy="197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Data Visualisation Drives Insights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857486" y="4117837"/>
            <a:ext cx="4669626" cy="3946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35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Transforming raw numbers into charts and graphs makes data meaningful for decision-makers and reveals patterns invisible in tabular format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282004" y="4742646"/>
            <a:ext cx="5310878" cy="887887"/>
          </a:xfrm>
          <a:custGeom>
            <a:avLst/>
            <a:gdLst/>
            <a:ahLst/>
            <a:cxnLst/>
            <a:rect l="l" t="t" r="r" b="b"/>
            <a:pathLst>
              <a:path w="5310878" h="887887">
                <a:moveTo>
                  <a:pt x="32885" y="0"/>
                </a:moveTo>
                <a:lnTo>
                  <a:pt x="5245112" y="0"/>
                </a:lnTo>
                <a:cubicBezTo>
                  <a:pt x="5281434" y="0"/>
                  <a:pt x="5310878" y="29444"/>
                  <a:pt x="5310878" y="65766"/>
                </a:cubicBezTo>
                <a:lnTo>
                  <a:pt x="5310878" y="822121"/>
                </a:lnTo>
                <a:cubicBezTo>
                  <a:pt x="5310878" y="858418"/>
                  <a:pt x="5281409" y="887887"/>
                  <a:pt x="5245112" y="887887"/>
                </a:cubicBezTo>
                <a:lnTo>
                  <a:pt x="32885" y="887887"/>
                </a:lnTo>
                <a:cubicBezTo>
                  <a:pt x="14723" y="887887"/>
                  <a:pt x="0" y="873164"/>
                  <a:pt x="0" y="855002"/>
                </a:cubicBezTo>
                <a:lnTo>
                  <a:pt x="0" y="32885"/>
                </a:lnTo>
                <a:cubicBezTo>
                  <a:pt x="0" y="14735"/>
                  <a:pt x="14735" y="0"/>
                  <a:pt x="32885" y="0"/>
                </a:cubicBezTo>
                <a:close/>
              </a:path>
            </a:pathLst>
          </a:custGeom>
          <a:solidFill>
            <a:srgbClr val="1A2332">
              <a:alpha val="50196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282004" y="4742646"/>
            <a:ext cx="32885" cy="887887"/>
          </a:xfrm>
          <a:custGeom>
            <a:avLst/>
            <a:gdLst/>
            <a:ahLst/>
            <a:cxnLst/>
            <a:rect l="l" t="t" r="r" b="b"/>
            <a:pathLst>
              <a:path w="32885" h="887887">
                <a:moveTo>
                  <a:pt x="32885" y="0"/>
                </a:moveTo>
                <a:lnTo>
                  <a:pt x="32885" y="0"/>
                </a:lnTo>
                <a:lnTo>
                  <a:pt x="32885" y="887887"/>
                </a:lnTo>
                <a:lnTo>
                  <a:pt x="32885" y="887887"/>
                </a:lnTo>
                <a:cubicBezTo>
                  <a:pt x="14723" y="887887"/>
                  <a:pt x="0" y="873164"/>
                  <a:pt x="0" y="855002"/>
                </a:cubicBezTo>
                <a:lnTo>
                  <a:pt x="0" y="32885"/>
                </a:lnTo>
                <a:cubicBezTo>
                  <a:pt x="0" y="14735"/>
                  <a:pt x="14735" y="0"/>
                  <a:pt x="32885" y="0"/>
                </a:cubicBezTo>
                <a:close/>
              </a:path>
            </a:pathLst>
          </a:custGeom>
          <a:solidFill>
            <a:srgbClr val="788A9C"/>
          </a:solidFill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429985" y="4874185"/>
            <a:ext cx="328847" cy="328847"/>
          </a:xfrm>
          <a:custGeom>
            <a:avLst/>
            <a:gdLst/>
            <a:ahLst/>
            <a:cxnLst/>
            <a:rect l="l" t="t" r="r" b="b"/>
            <a:pathLst>
              <a:path w="328847" h="328847">
                <a:moveTo>
                  <a:pt x="65769" y="0"/>
                </a:moveTo>
                <a:lnTo>
                  <a:pt x="263078" y="0"/>
                </a:lnTo>
                <a:cubicBezTo>
                  <a:pt x="299401" y="0"/>
                  <a:pt x="328847" y="29446"/>
                  <a:pt x="328847" y="65769"/>
                </a:cubicBezTo>
                <a:lnTo>
                  <a:pt x="328847" y="263078"/>
                </a:lnTo>
                <a:cubicBezTo>
                  <a:pt x="328847" y="299401"/>
                  <a:pt x="299401" y="328847"/>
                  <a:pt x="263078" y="328847"/>
                </a:cubicBezTo>
                <a:lnTo>
                  <a:pt x="65769" y="328847"/>
                </a:lnTo>
                <a:cubicBezTo>
                  <a:pt x="29446" y="328847"/>
                  <a:pt x="0" y="299401"/>
                  <a:pt x="0" y="263078"/>
                </a:cubicBezTo>
                <a:lnTo>
                  <a:pt x="0" y="65769"/>
                </a:lnTo>
                <a:cubicBezTo>
                  <a:pt x="0" y="29470"/>
                  <a:pt x="29470" y="0"/>
                  <a:pt x="65769" y="0"/>
                </a:cubicBezTo>
                <a:close/>
              </a:path>
            </a:pathLst>
          </a:custGeom>
          <a:solidFill>
            <a:srgbClr val="788A9C">
              <a:alpha val="2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528639" y="4972839"/>
            <a:ext cx="131539" cy="131539"/>
          </a:xfrm>
          <a:custGeom>
            <a:avLst/>
            <a:gdLst/>
            <a:ahLst/>
            <a:cxnLst/>
            <a:rect l="l" t="t" r="r" b="b"/>
            <a:pathLst>
              <a:path w="131539" h="131539">
                <a:moveTo>
                  <a:pt x="65769" y="0"/>
                </a:moveTo>
                <a:cubicBezTo>
                  <a:pt x="66951" y="0"/>
                  <a:pt x="68133" y="257"/>
                  <a:pt x="69212" y="745"/>
                </a:cubicBezTo>
                <a:lnTo>
                  <a:pt x="117614" y="21272"/>
                </a:lnTo>
                <a:cubicBezTo>
                  <a:pt x="123266" y="23662"/>
                  <a:pt x="127480" y="29237"/>
                  <a:pt x="127454" y="35968"/>
                </a:cubicBezTo>
                <a:cubicBezTo>
                  <a:pt x="127325" y="61453"/>
                  <a:pt x="116843" y="108083"/>
                  <a:pt x="72578" y="129278"/>
                </a:cubicBezTo>
                <a:cubicBezTo>
                  <a:pt x="68287" y="131333"/>
                  <a:pt x="63303" y="131333"/>
                  <a:pt x="59013" y="129278"/>
                </a:cubicBezTo>
                <a:cubicBezTo>
                  <a:pt x="14721" y="108083"/>
                  <a:pt x="4265" y="61453"/>
                  <a:pt x="4136" y="35968"/>
                </a:cubicBezTo>
                <a:cubicBezTo>
                  <a:pt x="4111" y="29237"/>
                  <a:pt x="8324" y="23662"/>
                  <a:pt x="13976" y="21272"/>
                </a:cubicBezTo>
                <a:lnTo>
                  <a:pt x="62352" y="745"/>
                </a:lnTo>
                <a:cubicBezTo>
                  <a:pt x="63431" y="257"/>
                  <a:pt x="64588" y="0"/>
                  <a:pt x="65769" y="0"/>
                </a:cubicBezTo>
                <a:close/>
                <a:moveTo>
                  <a:pt x="65769" y="17162"/>
                </a:moveTo>
                <a:lnTo>
                  <a:pt x="65769" y="114300"/>
                </a:lnTo>
                <a:cubicBezTo>
                  <a:pt x="101223" y="97138"/>
                  <a:pt x="110755" y="59115"/>
                  <a:pt x="110986" y="36353"/>
                </a:cubicBezTo>
                <a:lnTo>
                  <a:pt x="65769" y="17187"/>
                </a:lnTo>
                <a:lnTo>
                  <a:pt x="65769" y="17187"/>
                </a:lnTo>
                <a:close/>
              </a:path>
            </a:pathLst>
          </a:custGeom>
          <a:solidFill>
            <a:srgbClr val="788A9C"/>
          </a:solidFill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857486" y="4874185"/>
            <a:ext cx="4669626" cy="197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35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Exception Handling is Essential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857486" y="5104377"/>
            <a:ext cx="4669626" cy="3946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035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Comprehensive error handling prevents crashes, improves user experience, and ensures system reliability in production environments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230193" y="6262018"/>
            <a:ext cx="11534306" cy="6577"/>
          </a:xfrm>
          <a:custGeom>
            <a:avLst/>
            <a:gdLst/>
            <a:ahLst/>
            <a:cxnLst/>
            <a:rect l="l" t="t" r="r" b="b"/>
            <a:pathLst>
              <a:path w="11534306" h="6577">
                <a:moveTo>
                  <a:pt x="0" y="0"/>
                </a:moveTo>
                <a:lnTo>
                  <a:pt x="11534306" y="0"/>
                </a:lnTo>
                <a:lnTo>
                  <a:pt x="11534306" y="6577"/>
                </a:lnTo>
                <a:lnTo>
                  <a:pt x="0" y="6577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81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4a54fe12f12c5923474f898139c7d0f38295e99e.jpg"/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332">
                  <a:alpha val="95000"/>
                </a:srgbClr>
              </a:gs>
              <a:gs pos="50000">
                <a:srgbClr val="1A2332">
                  <a:alpha val="95000"/>
                </a:srgbClr>
              </a:gs>
              <a:gs pos="100000">
                <a:srgbClr val="4A6C8C">
                  <a:alpha val="80000"/>
                </a:srgbClr>
              </a:gs>
            </a:gsLst>
            <a:lin ang="2700000" scaled="1"/>
          </a:gradFill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4E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08 - Summary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Project Conclusion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1000" y="1257300"/>
            <a:ext cx="1066800" cy="38100"/>
          </a:xfrm>
          <a:custGeom>
            <a:avLst/>
            <a:gdLst/>
            <a:ahLst/>
            <a:cxnLst/>
            <a:rect l="l" t="t" r="r" b="b"/>
            <a:pathLst>
              <a:path w="1066800" h="38100">
                <a:moveTo>
                  <a:pt x="0" y="0"/>
                </a:moveTo>
                <a:lnTo>
                  <a:pt x="1066800" y="0"/>
                </a:lnTo>
                <a:lnTo>
                  <a:pt x="1066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84810" y="1413510"/>
            <a:ext cx="5627370" cy="3512820"/>
          </a:xfrm>
          <a:custGeom>
            <a:avLst/>
            <a:gdLst/>
            <a:ahLst/>
            <a:cxnLst/>
            <a:rect l="l" t="t" r="r" b="b"/>
            <a:pathLst>
              <a:path w="5627370" h="3512820">
                <a:moveTo>
                  <a:pt x="76193" y="0"/>
                </a:moveTo>
                <a:lnTo>
                  <a:pt x="5551177" y="0"/>
                </a:lnTo>
                <a:cubicBezTo>
                  <a:pt x="5593257" y="0"/>
                  <a:pt x="5627370" y="34113"/>
                  <a:pt x="5627370" y="76193"/>
                </a:cubicBezTo>
                <a:lnTo>
                  <a:pt x="5627370" y="3436627"/>
                </a:lnTo>
                <a:cubicBezTo>
                  <a:pt x="5627370" y="3478707"/>
                  <a:pt x="5593257" y="3512820"/>
                  <a:pt x="5551177" y="3512820"/>
                </a:cubicBezTo>
                <a:lnTo>
                  <a:pt x="76193" y="3512820"/>
                </a:lnTo>
                <a:cubicBezTo>
                  <a:pt x="34113" y="3512820"/>
                  <a:pt x="0" y="3478707"/>
                  <a:pt x="0" y="3436627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64832" y="160781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3690" y="0"/>
                </a:moveTo>
                <a:lnTo>
                  <a:pt x="137033" y="0"/>
                </a:lnTo>
                <a:cubicBezTo>
                  <a:pt x="146893" y="0"/>
                  <a:pt x="154930" y="8111"/>
                  <a:pt x="154558" y="17934"/>
                </a:cubicBezTo>
                <a:cubicBezTo>
                  <a:pt x="154484" y="19906"/>
                  <a:pt x="154409" y="21878"/>
                  <a:pt x="154298" y="23812"/>
                </a:cubicBezTo>
                <a:lnTo>
                  <a:pt x="172752" y="23812"/>
                </a:lnTo>
                <a:cubicBezTo>
                  <a:pt x="182463" y="23812"/>
                  <a:pt x="191021" y="31849"/>
                  <a:pt x="190277" y="42342"/>
                </a:cubicBezTo>
                <a:cubicBezTo>
                  <a:pt x="187486" y="80925"/>
                  <a:pt x="167767" y="102133"/>
                  <a:pt x="146372" y="113221"/>
                </a:cubicBezTo>
                <a:cubicBezTo>
                  <a:pt x="140494" y="116272"/>
                  <a:pt x="134503" y="118542"/>
                  <a:pt x="128811" y="120216"/>
                </a:cubicBezTo>
                <a:cubicBezTo>
                  <a:pt x="121295" y="130857"/>
                  <a:pt x="113481" y="136475"/>
                  <a:pt x="107268" y="139489"/>
                </a:cubicBezTo>
                <a:lnTo>
                  <a:pt x="107268" y="166688"/>
                </a:lnTo>
                <a:lnTo>
                  <a:pt x="131080" y="166688"/>
                </a:lnTo>
                <a:cubicBezTo>
                  <a:pt x="137666" y="166688"/>
                  <a:pt x="142987" y="172008"/>
                  <a:pt x="142987" y="178594"/>
                </a:cubicBezTo>
                <a:cubicBezTo>
                  <a:pt x="142987" y="185179"/>
                  <a:pt x="137666" y="190500"/>
                  <a:pt x="131080" y="190500"/>
                </a:cubicBezTo>
                <a:lnTo>
                  <a:pt x="59643" y="190500"/>
                </a:lnTo>
                <a:cubicBezTo>
                  <a:pt x="53057" y="190500"/>
                  <a:pt x="47737" y="185179"/>
                  <a:pt x="47737" y="178594"/>
                </a:cubicBezTo>
                <a:cubicBezTo>
                  <a:pt x="47737" y="172008"/>
                  <a:pt x="53057" y="166688"/>
                  <a:pt x="59643" y="166688"/>
                </a:cubicBezTo>
                <a:lnTo>
                  <a:pt x="83455" y="166688"/>
                </a:lnTo>
                <a:lnTo>
                  <a:pt x="83455" y="139489"/>
                </a:lnTo>
                <a:cubicBezTo>
                  <a:pt x="77502" y="136624"/>
                  <a:pt x="70098" y="131304"/>
                  <a:pt x="62880" y="121518"/>
                </a:cubicBezTo>
                <a:cubicBezTo>
                  <a:pt x="56034" y="119732"/>
                  <a:pt x="48592" y="117016"/>
                  <a:pt x="41337" y="112923"/>
                </a:cubicBezTo>
                <a:cubicBezTo>
                  <a:pt x="21208" y="101650"/>
                  <a:pt x="3051" y="80404"/>
                  <a:pt x="446" y="42267"/>
                </a:cubicBezTo>
                <a:cubicBezTo>
                  <a:pt x="-260" y="31812"/>
                  <a:pt x="8260" y="23775"/>
                  <a:pt x="17971" y="23775"/>
                </a:cubicBezTo>
                <a:lnTo>
                  <a:pt x="36426" y="23775"/>
                </a:lnTo>
                <a:cubicBezTo>
                  <a:pt x="36314" y="21841"/>
                  <a:pt x="36240" y="19906"/>
                  <a:pt x="36165" y="17897"/>
                </a:cubicBezTo>
                <a:cubicBezTo>
                  <a:pt x="35793" y="8037"/>
                  <a:pt x="43830" y="-37"/>
                  <a:pt x="53690" y="-37"/>
                </a:cubicBezTo>
                <a:close/>
                <a:moveTo>
                  <a:pt x="37765" y="41672"/>
                </a:moveTo>
                <a:lnTo>
                  <a:pt x="18269" y="41672"/>
                </a:lnTo>
                <a:cubicBezTo>
                  <a:pt x="20575" y="73186"/>
                  <a:pt x="35049" y="88962"/>
                  <a:pt x="49969" y="97334"/>
                </a:cubicBezTo>
                <a:cubicBezTo>
                  <a:pt x="44611" y="83455"/>
                  <a:pt x="40184" y="65336"/>
                  <a:pt x="37765" y="41672"/>
                </a:cubicBezTo>
                <a:close/>
                <a:moveTo>
                  <a:pt x="141387" y="95548"/>
                </a:moveTo>
                <a:cubicBezTo>
                  <a:pt x="156456" y="86692"/>
                  <a:pt x="170073" y="70954"/>
                  <a:pt x="172380" y="41672"/>
                </a:cubicBezTo>
                <a:lnTo>
                  <a:pt x="152921" y="41672"/>
                </a:lnTo>
                <a:cubicBezTo>
                  <a:pt x="150614" y="64331"/>
                  <a:pt x="146447" y="81930"/>
                  <a:pt x="141387" y="95548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9145" y="1569718"/>
            <a:ext cx="51720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Achievements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1020" y="195071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D9E75">
              <a:alpha val="2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37461" y="203644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D9E75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60120" y="1950718"/>
            <a:ext cx="49720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Full system built</a:t>
            </a: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 - Complete Student Profile Management System in Python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1020" y="248411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D9E75">
              <a:alpha val="2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37461" y="256984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D9E75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60120" y="2484118"/>
            <a:ext cx="49720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All requirements met</a:t>
            </a: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 - Login, roles, CRUD, file handling, OOP implemented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41020" y="301751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D9E75">
              <a:alpha val="2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37461" y="310324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D9E75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60120" y="3017518"/>
            <a:ext cx="48863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Bonus completed</a:t>
            </a: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 - Performance Analytics Dashboard with 5 chart types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41020" y="339851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D9E75">
              <a:alpha val="2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37461" y="348424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D9E75"/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960120" y="3398518"/>
            <a:ext cx="49720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Data science applied</a:t>
            </a: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 - Pearson correlation, trend analysis, threshold alerting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41020" y="393191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D9E75">
              <a:alpha val="2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37461" y="401764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D9E75"/>
          </a:solidFill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960120" y="3931918"/>
            <a:ext cx="49720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Skills demonstrated</a:t>
            </a: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 - Inheritance, encapsulation, exception handling, matplotlib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176010" y="1413510"/>
            <a:ext cx="5627370" cy="3512820"/>
          </a:xfrm>
          <a:custGeom>
            <a:avLst/>
            <a:gdLst/>
            <a:ahLst/>
            <a:cxnLst/>
            <a:rect l="l" t="t" r="r" b="b"/>
            <a:pathLst>
              <a:path w="5627370" h="3512820">
                <a:moveTo>
                  <a:pt x="76193" y="0"/>
                </a:moveTo>
                <a:lnTo>
                  <a:pt x="5551177" y="0"/>
                </a:lnTo>
                <a:cubicBezTo>
                  <a:pt x="5593257" y="0"/>
                  <a:pt x="5627370" y="34113"/>
                  <a:pt x="5627370" y="76193"/>
                </a:cubicBezTo>
                <a:lnTo>
                  <a:pt x="5627370" y="3436627"/>
                </a:lnTo>
                <a:cubicBezTo>
                  <a:pt x="5627370" y="3478707"/>
                  <a:pt x="5593257" y="3512820"/>
                  <a:pt x="5551177" y="3512820"/>
                </a:cubicBezTo>
                <a:lnTo>
                  <a:pt x="76193" y="3512820"/>
                </a:lnTo>
                <a:cubicBezTo>
                  <a:pt x="34113" y="3512820"/>
                  <a:pt x="0" y="3478707"/>
                  <a:pt x="0" y="3436627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344126" y="160781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570345" y="1569718"/>
            <a:ext cx="51720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Technical Stack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332220" y="1950718"/>
            <a:ext cx="5314950" cy="647700"/>
          </a:xfrm>
          <a:custGeom>
            <a:avLst/>
            <a:gdLst/>
            <a:ahLst/>
            <a:cxnLst/>
            <a:rect l="l" t="t" r="r" b="b"/>
            <a:pathLst>
              <a:path w="5314950" h="647700">
                <a:moveTo>
                  <a:pt x="38098" y="0"/>
                </a:moveTo>
                <a:lnTo>
                  <a:pt x="5276852" y="0"/>
                </a:lnTo>
                <a:cubicBezTo>
                  <a:pt x="5297879" y="0"/>
                  <a:pt x="5314950" y="17071"/>
                  <a:pt x="5314950" y="38098"/>
                </a:cubicBezTo>
                <a:lnTo>
                  <a:pt x="5314950" y="609602"/>
                </a:lnTo>
                <a:cubicBezTo>
                  <a:pt x="5314950" y="630643"/>
                  <a:pt x="5297893" y="647700"/>
                  <a:pt x="5276852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2332">
              <a:alpha val="50196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6489382" y="2160268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96364" y="89520"/>
                </a:moveTo>
                <a:cubicBezTo>
                  <a:pt x="192926" y="75724"/>
                  <a:pt x="186407" y="65321"/>
                  <a:pt x="172522" y="65321"/>
                </a:cubicBezTo>
                <a:lnTo>
                  <a:pt x="154618" y="65321"/>
                </a:lnTo>
                <a:lnTo>
                  <a:pt x="154618" y="86484"/>
                </a:lnTo>
                <a:cubicBezTo>
                  <a:pt x="154618" y="102915"/>
                  <a:pt x="140687" y="116756"/>
                  <a:pt x="124792" y="116756"/>
                </a:cubicBezTo>
                <a:lnTo>
                  <a:pt x="77108" y="116756"/>
                </a:lnTo>
                <a:cubicBezTo>
                  <a:pt x="64071" y="116756"/>
                  <a:pt x="53266" y="127918"/>
                  <a:pt x="53266" y="141000"/>
                </a:cubicBezTo>
                <a:lnTo>
                  <a:pt x="53266" y="186452"/>
                </a:lnTo>
                <a:cubicBezTo>
                  <a:pt x="53266" y="199400"/>
                  <a:pt x="64517" y="206990"/>
                  <a:pt x="77108" y="210696"/>
                </a:cubicBezTo>
                <a:cubicBezTo>
                  <a:pt x="92199" y="215116"/>
                  <a:pt x="106710" y="215920"/>
                  <a:pt x="124792" y="210696"/>
                </a:cubicBezTo>
                <a:cubicBezTo>
                  <a:pt x="136803" y="207213"/>
                  <a:pt x="148635" y="200204"/>
                  <a:pt x="148635" y="186452"/>
                </a:cubicBezTo>
                <a:lnTo>
                  <a:pt x="148635" y="168280"/>
                </a:lnTo>
                <a:lnTo>
                  <a:pt x="100995" y="168280"/>
                </a:lnTo>
                <a:lnTo>
                  <a:pt x="100995" y="162208"/>
                </a:lnTo>
                <a:lnTo>
                  <a:pt x="172522" y="162208"/>
                </a:lnTo>
                <a:cubicBezTo>
                  <a:pt x="186407" y="162208"/>
                  <a:pt x="191542" y="152519"/>
                  <a:pt x="196364" y="138008"/>
                </a:cubicBezTo>
                <a:cubicBezTo>
                  <a:pt x="201364" y="123051"/>
                  <a:pt x="201141" y="108674"/>
                  <a:pt x="196364" y="89520"/>
                </a:cubicBezTo>
                <a:close/>
                <a:moveTo>
                  <a:pt x="127784" y="198552"/>
                </a:moveTo>
                <a:cubicBezTo>
                  <a:pt x="124386" y="198790"/>
                  <a:pt x="121139" y="197112"/>
                  <a:pt x="119367" y="194203"/>
                </a:cubicBezTo>
                <a:cubicBezTo>
                  <a:pt x="117595" y="191293"/>
                  <a:pt x="117595" y="187638"/>
                  <a:pt x="119367" y="184729"/>
                </a:cubicBezTo>
                <a:cubicBezTo>
                  <a:pt x="121139" y="181819"/>
                  <a:pt x="124386" y="180141"/>
                  <a:pt x="127784" y="180380"/>
                </a:cubicBezTo>
                <a:cubicBezTo>
                  <a:pt x="131182" y="180141"/>
                  <a:pt x="134429" y="181819"/>
                  <a:pt x="136201" y="184729"/>
                </a:cubicBezTo>
                <a:cubicBezTo>
                  <a:pt x="137972" y="187638"/>
                  <a:pt x="137972" y="191293"/>
                  <a:pt x="136201" y="194203"/>
                </a:cubicBezTo>
                <a:cubicBezTo>
                  <a:pt x="134429" y="197112"/>
                  <a:pt x="131182" y="198790"/>
                  <a:pt x="127784" y="198552"/>
                </a:cubicBezTo>
                <a:close/>
                <a:moveTo>
                  <a:pt x="74920" y="110773"/>
                </a:moveTo>
                <a:lnTo>
                  <a:pt x="122605" y="110773"/>
                </a:lnTo>
                <a:cubicBezTo>
                  <a:pt x="135865" y="110773"/>
                  <a:pt x="146447" y="99834"/>
                  <a:pt x="146447" y="86529"/>
                </a:cubicBezTo>
                <a:lnTo>
                  <a:pt x="146447" y="41032"/>
                </a:lnTo>
                <a:cubicBezTo>
                  <a:pt x="146447" y="28084"/>
                  <a:pt x="135553" y="18395"/>
                  <a:pt x="122605" y="16207"/>
                </a:cubicBezTo>
                <a:cubicBezTo>
                  <a:pt x="106620" y="13573"/>
                  <a:pt x="89252" y="13707"/>
                  <a:pt x="74920" y="16252"/>
                </a:cubicBezTo>
                <a:cubicBezTo>
                  <a:pt x="54739" y="19824"/>
                  <a:pt x="51078" y="27280"/>
                  <a:pt x="51078" y="41077"/>
                </a:cubicBezTo>
                <a:lnTo>
                  <a:pt x="51078" y="59248"/>
                </a:lnTo>
                <a:lnTo>
                  <a:pt x="98807" y="59248"/>
                </a:lnTo>
                <a:lnTo>
                  <a:pt x="98807" y="65321"/>
                </a:lnTo>
                <a:lnTo>
                  <a:pt x="33174" y="65321"/>
                </a:lnTo>
                <a:cubicBezTo>
                  <a:pt x="19288" y="65321"/>
                  <a:pt x="7144" y="73670"/>
                  <a:pt x="3349" y="89520"/>
                </a:cubicBezTo>
                <a:cubicBezTo>
                  <a:pt x="-1027" y="107692"/>
                  <a:pt x="-1206" y="119033"/>
                  <a:pt x="3349" y="138008"/>
                </a:cubicBezTo>
                <a:cubicBezTo>
                  <a:pt x="6742" y="152117"/>
                  <a:pt x="14823" y="162208"/>
                  <a:pt x="28709" y="162208"/>
                </a:cubicBezTo>
                <a:lnTo>
                  <a:pt x="45095" y="162208"/>
                </a:lnTo>
                <a:lnTo>
                  <a:pt x="45095" y="140419"/>
                </a:lnTo>
                <a:cubicBezTo>
                  <a:pt x="45095" y="124658"/>
                  <a:pt x="58713" y="110773"/>
                  <a:pt x="74920" y="110773"/>
                </a:cubicBezTo>
                <a:close/>
                <a:moveTo>
                  <a:pt x="71973" y="28888"/>
                </a:moveTo>
                <a:cubicBezTo>
                  <a:pt x="77000" y="28888"/>
                  <a:pt x="81082" y="32969"/>
                  <a:pt x="81082" y="37996"/>
                </a:cubicBezTo>
                <a:cubicBezTo>
                  <a:pt x="81082" y="43023"/>
                  <a:pt x="77000" y="47104"/>
                  <a:pt x="71973" y="47104"/>
                </a:cubicBezTo>
                <a:cubicBezTo>
                  <a:pt x="66946" y="47104"/>
                  <a:pt x="62865" y="43023"/>
                  <a:pt x="62865" y="37996"/>
                </a:cubicBezTo>
                <a:cubicBezTo>
                  <a:pt x="62865" y="32969"/>
                  <a:pt x="66946" y="28888"/>
                  <a:pt x="71973" y="28888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846570" y="2065018"/>
            <a:ext cx="1714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Python 3.x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846570" y="2293618"/>
            <a:ext cx="1704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Core programming language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332220" y="2674618"/>
            <a:ext cx="5314950" cy="647700"/>
          </a:xfrm>
          <a:custGeom>
            <a:avLst/>
            <a:gdLst/>
            <a:ahLst/>
            <a:cxnLst/>
            <a:rect l="l" t="t" r="r" b="b"/>
            <a:pathLst>
              <a:path w="5314950" h="647700">
                <a:moveTo>
                  <a:pt x="38098" y="0"/>
                </a:moveTo>
                <a:lnTo>
                  <a:pt x="5276852" y="0"/>
                </a:lnTo>
                <a:cubicBezTo>
                  <a:pt x="5297879" y="0"/>
                  <a:pt x="5314950" y="17071"/>
                  <a:pt x="5314950" y="38098"/>
                </a:cubicBezTo>
                <a:lnTo>
                  <a:pt x="5314950" y="609602"/>
                </a:lnTo>
                <a:cubicBezTo>
                  <a:pt x="5314950" y="630643"/>
                  <a:pt x="5297893" y="647700"/>
                  <a:pt x="5276852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2332">
              <a:alpha val="50196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6475095" y="288416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14288"/>
                </a:moveTo>
                <a:cubicBezTo>
                  <a:pt x="22190" y="14288"/>
                  <a:pt x="28575" y="20672"/>
                  <a:pt x="28575" y="28575"/>
                </a:cubicBez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214313" y="185738"/>
                </a:lnTo>
                <a:cubicBezTo>
                  <a:pt x="222215" y="185738"/>
                  <a:pt x="228600" y="192122"/>
                  <a:pt x="228600" y="200025"/>
                </a:cubicBezTo>
                <a:cubicBezTo>
                  <a:pt x="228600" y="207928"/>
                  <a:pt x="222215" y="214313"/>
                  <a:pt x="214313" y="214313"/>
                </a:cubicBezTo>
                <a:lnTo>
                  <a:pt x="35719" y="214313"/>
                </a:lnTo>
                <a:cubicBezTo>
                  <a:pt x="15984" y="214313"/>
                  <a:pt x="0" y="198328"/>
                  <a:pt x="0" y="178594"/>
                </a:cubicBezTo>
                <a:lnTo>
                  <a:pt x="0" y="28575"/>
                </a:lnTo>
                <a:cubicBezTo>
                  <a:pt x="0" y="20672"/>
                  <a:pt x="6385" y="14288"/>
                  <a:pt x="14288" y="14288"/>
                </a:cubicBezTo>
                <a:close/>
                <a:moveTo>
                  <a:pt x="57150" y="42863"/>
                </a:moveTo>
                <a:cubicBezTo>
                  <a:pt x="57150" y="34960"/>
                  <a:pt x="63535" y="28575"/>
                  <a:pt x="71438" y="28575"/>
                </a:cubicBezTo>
                <a:lnTo>
                  <a:pt x="157163" y="28575"/>
                </a:lnTo>
                <a:cubicBezTo>
                  <a:pt x="165065" y="28575"/>
                  <a:pt x="171450" y="34960"/>
                  <a:pt x="171450" y="42863"/>
                </a:cubicBezTo>
                <a:cubicBezTo>
                  <a:pt x="171450" y="50765"/>
                  <a:pt x="165065" y="57150"/>
                  <a:pt x="157163" y="57150"/>
                </a:cubicBezTo>
                <a:lnTo>
                  <a:pt x="71438" y="57150"/>
                </a:lnTo>
                <a:cubicBezTo>
                  <a:pt x="63535" y="57150"/>
                  <a:pt x="57150" y="50765"/>
                  <a:pt x="57150" y="42863"/>
                </a:cubicBezTo>
                <a:close/>
                <a:moveTo>
                  <a:pt x="71438" y="78581"/>
                </a:moveTo>
                <a:lnTo>
                  <a:pt x="128588" y="78581"/>
                </a:lnTo>
                <a:cubicBezTo>
                  <a:pt x="136490" y="78581"/>
                  <a:pt x="142875" y="84966"/>
                  <a:pt x="142875" y="92869"/>
                </a:cubicBezTo>
                <a:cubicBezTo>
                  <a:pt x="142875" y="100772"/>
                  <a:pt x="136490" y="107156"/>
                  <a:pt x="128588" y="107156"/>
                </a:cubicBezTo>
                <a:lnTo>
                  <a:pt x="71438" y="107156"/>
                </a:lnTo>
                <a:cubicBezTo>
                  <a:pt x="63535" y="107156"/>
                  <a:pt x="57150" y="100772"/>
                  <a:pt x="57150" y="92869"/>
                </a:cubicBezTo>
                <a:cubicBezTo>
                  <a:pt x="57150" y="84966"/>
                  <a:pt x="63535" y="78581"/>
                  <a:pt x="71438" y="78581"/>
                </a:cubicBezTo>
                <a:close/>
                <a:moveTo>
                  <a:pt x="71438" y="128588"/>
                </a:moveTo>
                <a:lnTo>
                  <a:pt x="185738" y="128588"/>
                </a:lnTo>
                <a:cubicBezTo>
                  <a:pt x="193640" y="128588"/>
                  <a:pt x="200025" y="134972"/>
                  <a:pt x="200025" y="142875"/>
                </a:cubicBezTo>
                <a:cubicBezTo>
                  <a:pt x="200025" y="150778"/>
                  <a:pt x="193640" y="157163"/>
                  <a:pt x="185738" y="157163"/>
                </a:cubicBezTo>
                <a:lnTo>
                  <a:pt x="71438" y="157163"/>
                </a:lnTo>
                <a:cubicBezTo>
                  <a:pt x="63535" y="157163"/>
                  <a:pt x="57150" y="150778"/>
                  <a:pt x="57150" y="142875"/>
                </a:cubicBezTo>
                <a:cubicBezTo>
                  <a:pt x="57150" y="134972"/>
                  <a:pt x="63535" y="128588"/>
                  <a:pt x="71438" y="128588"/>
                </a:cubicBez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6846570" y="2788918"/>
            <a:ext cx="2095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matplotlib + numpy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846570" y="3017518"/>
            <a:ext cx="2085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Data visualisation and computation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332220" y="3398518"/>
            <a:ext cx="5314950" cy="647700"/>
          </a:xfrm>
          <a:custGeom>
            <a:avLst/>
            <a:gdLst/>
            <a:ahLst/>
            <a:cxnLst/>
            <a:rect l="l" t="t" r="r" b="b"/>
            <a:pathLst>
              <a:path w="5314950" h="647700">
                <a:moveTo>
                  <a:pt x="38098" y="0"/>
                </a:moveTo>
                <a:lnTo>
                  <a:pt x="5276852" y="0"/>
                </a:lnTo>
                <a:cubicBezTo>
                  <a:pt x="5297879" y="0"/>
                  <a:pt x="5314950" y="17071"/>
                  <a:pt x="5314950" y="38098"/>
                </a:cubicBezTo>
                <a:lnTo>
                  <a:pt x="5314950" y="609602"/>
                </a:lnTo>
                <a:cubicBezTo>
                  <a:pt x="5314950" y="630643"/>
                  <a:pt x="5297893" y="647700"/>
                  <a:pt x="5276852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2332">
              <a:alpha val="50196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6503670" y="3608068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53578" y="114300"/>
                </a:moveTo>
                <a:cubicBezTo>
                  <a:pt x="47640" y="114300"/>
                  <a:pt x="42863" y="119077"/>
                  <a:pt x="42863" y="125016"/>
                </a:cubicBezTo>
                <a:cubicBezTo>
                  <a:pt x="42863" y="130954"/>
                  <a:pt x="47640" y="135731"/>
                  <a:pt x="53578" y="135731"/>
                </a:cubicBezTo>
                <a:lnTo>
                  <a:pt x="117872" y="135731"/>
                </a:lnTo>
                <a:cubicBezTo>
                  <a:pt x="123810" y="135731"/>
                  <a:pt x="128588" y="130954"/>
                  <a:pt x="128588" y="125016"/>
                </a:cubicBezTo>
                <a:cubicBezTo>
                  <a:pt x="128588" y="119077"/>
                  <a:pt x="123810" y="114300"/>
                  <a:pt x="117872" y="114300"/>
                </a:cubicBezTo>
                <a:lnTo>
                  <a:pt x="53578" y="114300"/>
                </a:lnTo>
                <a:close/>
                <a:moveTo>
                  <a:pt x="53578" y="157163"/>
                </a:moveTo>
                <a:cubicBezTo>
                  <a:pt x="47640" y="157163"/>
                  <a:pt x="42863" y="161940"/>
                  <a:pt x="42863" y="167878"/>
                </a:cubicBezTo>
                <a:cubicBezTo>
                  <a:pt x="42863" y="173816"/>
                  <a:pt x="47640" y="178594"/>
                  <a:pt x="53578" y="178594"/>
                </a:cubicBezTo>
                <a:lnTo>
                  <a:pt x="117872" y="178594"/>
                </a:lnTo>
                <a:cubicBezTo>
                  <a:pt x="123810" y="178594"/>
                  <a:pt x="128588" y="173816"/>
                  <a:pt x="128588" y="167878"/>
                </a:cubicBezTo>
                <a:cubicBezTo>
                  <a:pt x="128588" y="161940"/>
                  <a:pt x="123810" y="157163"/>
                  <a:pt x="117872" y="157163"/>
                </a:cubicBezTo>
                <a:lnTo>
                  <a:pt x="53578" y="157163"/>
                </a:lnTo>
                <a:close/>
              </a:path>
            </a:pathLst>
          </a:custGeom>
          <a:solidFill>
            <a:srgbClr val="788A9C"/>
          </a:solidFill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6846570" y="3512818"/>
            <a:ext cx="1352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File I/O (CSV)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6846570" y="3741418"/>
            <a:ext cx="13430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Data persistence layer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6332220" y="4122418"/>
            <a:ext cx="5314950" cy="647700"/>
          </a:xfrm>
          <a:custGeom>
            <a:avLst/>
            <a:gdLst/>
            <a:ahLst/>
            <a:cxnLst/>
            <a:rect l="l" t="t" r="r" b="b"/>
            <a:pathLst>
              <a:path w="5314950" h="647700">
                <a:moveTo>
                  <a:pt x="38098" y="0"/>
                </a:moveTo>
                <a:lnTo>
                  <a:pt x="5276852" y="0"/>
                </a:lnTo>
                <a:cubicBezTo>
                  <a:pt x="5297879" y="0"/>
                  <a:pt x="5314950" y="17071"/>
                  <a:pt x="5314950" y="38098"/>
                </a:cubicBezTo>
                <a:lnTo>
                  <a:pt x="5314950" y="609602"/>
                </a:lnTo>
                <a:cubicBezTo>
                  <a:pt x="5314950" y="630643"/>
                  <a:pt x="5297893" y="647700"/>
                  <a:pt x="5276852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2332">
              <a:alpha val="50196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6475095" y="433196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26802" y="-580"/>
                </a:moveTo>
                <a:cubicBezTo>
                  <a:pt x="119077" y="-5045"/>
                  <a:pt x="109523" y="-5045"/>
                  <a:pt x="101798" y="-580"/>
                </a:cubicBezTo>
                <a:lnTo>
                  <a:pt x="64204" y="21119"/>
                </a:lnTo>
                <a:cubicBezTo>
                  <a:pt x="56480" y="25584"/>
                  <a:pt x="51703" y="33844"/>
                  <a:pt x="51703" y="42773"/>
                </a:cubicBezTo>
                <a:lnTo>
                  <a:pt x="51703" y="88270"/>
                </a:lnTo>
                <a:lnTo>
                  <a:pt x="12278" y="111041"/>
                </a:lnTo>
                <a:cubicBezTo>
                  <a:pt x="4554" y="115506"/>
                  <a:pt x="-223" y="123765"/>
                  <a:pt x="-223" y="132695"/>
                </a:cubicBezTo>
                <a:lnTo>
                  <a:pt x="-223" y="176138"/>
                </a:lnTo>
                <a:cubicBezTo>
                  <a:pt x="-223" y="185068"/>
                  <a:pt x="4554" y="193328"/>
                  <a:pt x="12278" y="197793"/>
                </a:cubicBezTo>
                <a:lnTo>
                  <a:pt x="49917" y="219492"/>
                </a:lnTo>
                <a:cubicBezTo>
                  <a:pt x="57641" y="223957"/>
                  <a:pt x="67196" y="223957"/>
                  <a:pt x="74920" y="219492"/>
                </a:cubicBezTo>
                <a:lnTo>
                  <a:pt x="114345" y="196721"/>
                </a:lnTo>
                <a:lnTo>
                  <a:pt x="153769" y="219492"/>
                </a:lnTo>
                <a:cubicBezTo>
                  <a:pt x="161493" y="223957"/>
                  <a:pt x="171048" y="223957"/>
                  <a:pt x="178772" y="219492"/>
                </a:cubicBezTo>
                <a:lnTo>
                  <a:pt x="216322" y="197793"/>
                </a:lnTo>
                <a:cubicBezTo>
                  <a:pt x="224046" y="193328"/>
                  <a:pt x="228823" y="185068"/>
                  <a:pt x="228823" y="176138"/>
                </a:cubicBezTo>
                <a:lnTo>
                  <a:pt x="228823" y="132695"/>
                </a:lnTo>
                <a:cubicBezTo>
                  <a:pt x="228823" y="123765"/>
                  <a:pt x="224046" y="115506"/>
                  <a:pt x="216322" y="111041"/>
                </a:cubicBezTo>
                <a:lnTo>
                  <a:pt x="176897" y="88270"/>
                </a:lnTo>
                <a:lnTo>
                  <a:pt x="176897" y="42773"/>
                </a:lnTo>
                <a:cubicBezTo>
                  <a:pt x="176897" y="33844"/>
                  <a:pt x="172120" y="25584"/>
                  <a:pt x="164396" y="21119"/>
                </a:cubicBezTo>
                <a:lnTo>
                  <a:pt x="126802" y="-580"/>
                </a:lnTo>
                <a:close/>
                <a:moveTo>
                  <a:pt x="103584" y="130641"/>
                </a:moveTo>
                <a:lnTo>
                  <a:pt x="103584" y="178192"/>
                </a:lnTo>
                <a:lnTo>
                  <a:pt x="64160" y="200963"/>
                </a:lnTo>
                <a:cubicBezTo>
                  <a:pt x="63624" y="201275"/>
                  <a:pt x="62999" y="201454"/>
                  <a:pt x="62374" y="201454"/>
                </a:cubicBezTo>
                <a:lnTo>
                  <a:pt x="62374" y="154439"/>
                </a:lnTo>
                <a:lnTo>
                  <a:pt x="103584" y="130641"/>
                </a:lnTo>
                <a:close/>
                <a:moveTo>
                  <a:pt x="206901" y="130909"/>
                </a:moveTo>
                <a:cubicBezTo>
                  <a:pt x="207213" y="131445"/>
                  <a:pt x="207392" y="132070"/>
                  <a:pt x="207392" y="132695"/>
                </a:cubicBezTo>
                <a:lnTo>
                  <a:pt x="207392" y="176138"/>
                </a:lnTo>
                <a:cubicBezTo>
                  <a:pt x="207392" y="177433"/>
                  <a:pt x="206722" y="178594"/>
                  <a:pt x="205606" y="179219"/>
                </a:cubicBezTo>
                <a:lnTo>
                  <a:pt x="167967" y="200918"/>
                </a:lnTo>
                <a:cubicBezTo>
                  <a:pt x="167432" y="201231"/>
                  <a:pt x="166807" y="201409"/>
                  <a:pt x="166181" y="201409"/>
                </a:cubicBezTo>
                <a:lnTo>
                  <a:pt x="166181" y="154394"/>
                </a:lnTo>
                <a:lnTo>
                  <a:pt x="206901" y="130909"/>
                </a:lnTo>
                <a:close/>
                <a:moveTo>
                  <a:pt x="155511" y="42773"/>
                </a:moveTo>
                <a:lnTo>
                  <a:pt x="155511" y="88270"/>
                </a:lnTo>
                <a:lnTo>
                  <a:pt x="114300" y="112068"/>
                </a:lnTo>
                <a:lnTo>
                  <a:pt x="114300" y="64517"/>
                </a:lnTo>
                <a:lnTo>
                  <a:pt x="155019" y="41032"/>
                </a:lnTo>
                <a:cubicBezTo>
                  <a:pt x="155332" y="41568"/>
                  <a:pt x="155511" y="42193"/>
                  <a:pt x="155511" y="42818"/>
                </a:cubicBezTo>
                <a:close/>
              </a:path>
            </a:pathLst>
          </a:custGeom>
          <a:solidFill>
            <a:srgbClr val="1D9E75"/>
          </a:solidFill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6846570" y="4236718"/>
            <a:ext cx="2495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OOP Principles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6846570" y="4465318"/>
            <a:ext cx="24860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Inheritance, encapsulation, polymorphism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388620" y="5090166"/>
            <a:ext cx="11416665" cy="1072515"/>
          </a:xfrm>
          <a:custGeom>
            <a:avLst/>
            <a:gdLst/>
            <a:ahLst/>
            <a:cxnLst/>
            <a:rect l="l" t="t" r="r" b="b"/>
            <a:pathLst>
              <a:path w="11416665" h="1072515">
                <a:moveTo>
                  <a:pt x="76202" y="0"/>
                </a:moveTo>
                <a:lnTo>
                  <a:pt x="11340463" y="0"/>
                </a:lnTo>
                <a:cubicBezTo>
                  <a:pt x="11382548" y="0"/>
                  <a:pt x="11416665" y="34117"/>
                  <a:pt x="11416665" y="76202"/>
                </a:cubicBezTo>
                <a:lnTo>
                  <a:pt x="11416665" y="996313"/>
                </a:lnTo>
                <a:cubicBezTo>
                  <a:pt x="11416665" y="1038398"/>
                  <a:pt x="11382548" y="1072515"/>
                  <a:pt x="11340463" y="1072515"/>
                </a:cubicBezTo>
                <a:lnTo>
                  <a:pt x="76202" y="1072515"/>
                </a:lnTo>
                <a:cubicBezTo>
                  <a:pt x="34117" y="1072515"/>
                  <a:pt x="0" y="1038398"/>
                  <a:pt x="0" y="99631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4E">
                  <a:alpha val="20000"/>
                </a:srgbClr>
              </a:gs>
              <a:gs pos="100000">
                <a:srgbClr val="4A6C8C">
                  <a:alpha val="20000"/>
                </a:srgbClr>
              </a:gs>
            </a:gsLst>
            <a:lin ang="0" scaled="1"/>
          </a:gradFill>
          <a:ln w="20320">
            <a:solidFill>
              <a:srgbClr val="D4A2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651034" y="5454969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0" y="144661"/>
                </a:moveTo>
                <a:cubicBezTo>
                  <a:pt x="0" y="100258"/>
                  <a:pt x="35964" y="64294"/>
                  <a:pt x="80367" y="64294"/>
                </a:cubicBezTo>
                <a:lnTo>
                  <a:pt x="85725" y="64294"/>
                </a:lnTo>
                <a:cubicBezTo>
                  <a:pt x="97579" y="64294"/>
                  <a:pt x="107156" y="73871"/>
                  <a:pt x="107156" y="85725"/>
                </a:cubicBezTo>
                <a:cubicBezTo>
                  <a:pt x="107156" y="97579"/>
                  <a:pt x="97579" y="107156"/>
                  <a:pt x="85725" y="107156"/>
                </a:cubicBezTo>
                <a:lnTo>
                  <a:pt x="80367" y="107156"/>
                </a:lnTo>
                <a:cubicBezTo>
                  <a:pt x="59673" y="107156"/>
                  <a:pt x="42863" y="123966"/>
                  <a:pt x="42863" y="144661"/>
                </a:cubicBezTo>
                <a:lnTo>
                  <a:pt x="42863" y="150019"/>
                </a:lnTo>
                <a:lnTo>
                  <a:pt x="85725" y="150019"/>
                </a:lnTo>
                <a:cubicBezTo>
                  <a:pt x="109366" y="150019"/>
                  <a:pt x="128588" y="169240"/>
                  <a:pt x="128588" y="192881"/>
                </a:cubicBezTo>
                <a:lnTo>
                  <a:pt x="128588" y="235744"/>
                </a:lnTo>
                <a:cubicBezTo>
                  <a:pt x="128588" y="259385"/>
                  <a:pt x="109366" y="278606"/>
                  <a:pt x="85725" y="278606"/>
                </a:cubicBezTo>
                <a:lnTo>
                  <a:pt x="42863" y="278606"/>
                </a:lnTo>
                <a:cubicBezTo>
                  <a:pt x="19221" y="278606"/>
                  <a:pt x="0" y="259385"/>
                  <a:pt x="0" y="235744"/>
                </a:cubicBezTo>
                <a:lnTo>
                  <a:pt x="0" y="144661"/>
                </a:lnTo>
                <a:close/>
                <a:moveTo>
                  <a:pt x="171450" y="144661"/>
                </a:moveTo>
                <a:cubicBezTo>
                  <a:pt x="171450" y="100258"/>
                  <a:pt x="207414" y="64294"/>
                  <a:pt x="251817" y="64294"/>
                </a:cubicBezTo>
                <a:lnTo>
                  <a:pt x="257175" y="64294"/>
                </a:lnTo>
                <a:cubicBezTo>
                  <a:pt x="269029" y="64294"/>
                  <a:pt x="278606" y="73871"/>
                  <a:pt x="278606" y="85725"/>
                </a:cubicBezTo>
                <a:cubicBezTo>
                  <a:pt x="278606" y="97579"/>
                  <a:pt x="269029" y="107156"/>
                  <a:pt x="257175" y="107156"/>
                </a:cubicBezTo>
                <a:lnTo>
                  <a:pt x="251817" y="107156"/>
                </a:lnTo>
                <a:cubicBezTo>
                  <a:pt x="231123" y="107156"/>
                  <a:pt x="214313" y="123966"/>
                  <a:pt x="214313" y="144661"/>
                </a:cubicBezTo>
                <a:lnTo>
                  <a:pt x="214313" y="150019"/>
                </a:lnTo>
                <a:lnTo>
                  <a:pt x="257175" y="150019"/>
                </a:lnTo>
                <a:cubicBezTo>
                  <a:pt x="280816" y="150019"/>
                  <a:pt x="300038" y="169240"/>
                  <a:pt x="300038" y="192881"/>
                </a:cubicBezTo>
                <a:lnTo>
                  <a:pt x="300038" y="235744"/>
                </a:lnTo>
                <a:cubicBezTo>
                  <a:pt x="300038" y="259385"/>
                  <a:pt x="280816" y="278606"/>
                  <a:pt x="257175" y="278606"/>
                </a:cubicBezTo>
                <a:lnTo>
                  <a:pt x="214313" y="278606"/>
                </a:lnTo>
                <a:cubicBezTo>
                  <a:pt x="190671" y="278606"/>
                  <a:pt x="171450" y="259385"/>
                  <a:pt x="171450" y="235744"/>
                </a:cubicBezTo>
                <a:lnTo>
                  <a:pt x="171450" y="144661"/>
                </a:ln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1167765" y="5288282"/>
            <a:ext cx="9972675" cy="371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"Data is only as powerful as the system built to understand it."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1167765" y="5735957"/>
            <a:ext cx="99345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- Project Team Reflection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11240929" y="5454969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300038" y="198239"/>
                </a:moveTo>
                <a:cubicBezTo>
                  <a:pt x="300038" y="242642"/>
                  <a:pt x="264073" y="278606"/>
                  <a:pt x="219670" y="278606"/>
                </a:cubicBezTo>
                <a:lnTo>
                  <a:pt x="214313" y="278606"/>
                </a:lnTo>
                <a:cubicBezTo>
                  <a:pt x="202458" y="278606"/>
                  <a:pt x="192881" y="269029"/>
                  <a:pt x="192881" y="257175"/>
                </a:cubicBezTo>
                <a:cubicBezTo>
                  <a:pt x="192881" y="245321"/>
                  <a:pt x="202458" y="235744"/>
                  <a:pt x="214313" y="235744"/>
                </a:cubicBezTo>
                <a:lnTo>
                  <a:pt x="219670" y="235744"/>
                </a:lnTo>
                <a:cubicBezTo>
                  <a:pt x="240365" y="235744"/>
                  <a:pt x="257175" y="218934"/>
                  <a:pt x="257175" y="198239"/>
                </a:cubicBezTo>
                <a:lnTo>
                  <a:pt x="257175" y="192881"/>
                </a:lnTo>
                <a:lnTo>
                  <a:pt x="214313" y="192881"/>
                </a:lnTo>
                <a:cubicBezTo>
                  <a:pt x="190671" y="192881"/>
                  <a:pt x="171450" y="173660"/>
                  <a:pt x="171450" y="150019"/>
                </a:cubicBezTo>
                <a:lnTo>
                  <a:pt x="171450" y="107156"/>
                </a:lnTo>
                <a:cubicBezTo>
                  <a:pt x="171450" y="83515"/>
                  <a:pt x="190671" y="64294"/>
                  <a:pt x="214313" y="64294"/>
                </a:cubicBezTo>
                <a:lnTo>
                  <a:pt x="257175" y="64294"/>
                </a:lnTo>
                <a:cubicBezTo>
                  <a:pt x="280816" y="64294"/>
                  <a:pt x="300038" y="83515"/>
                  <a:pt x="300038" y="107156"/>
                </a:cubicBezTo>
                <a:lnTo>
                  <a:pt x="300038" y="198239"/>
                </a:lnTo>
                <a:close/>
                <a:moveTo>
                  <a:pt x="128588" y="198239"/>
                </a:moveTo>
                <a:cubicBezTo>
                  <a:pt x="128588" y="242642"/>
                  <a:pt x="92623" y="278606"/>
                  <a:pt x="48220" y="278606"/>
                </a:cubicBezTo>
                <a:lnTo>
                  <a:pt x="42863" y="278606"/>
                </a:lnTo>
                <a:cubicBezTo>
                  <a:pt x="31008" y="278606"/>
                  <a:pt x="21431" y="269029"/>
                  <a:pt x="21431" y="257175"/>
                </a:cubicBezTo>
                <a:cubicBezTo>
                  <a:pt x="21431" y="245321"/>
                  <a:pt x="31008" y="235744"/>
                  <a:pt x="42863" y="235744"/>
                </a:cubicBezTo>
                <a:lnTo>
                  <a:pt x="48220" y="235744"/>
                </a:lnTo>
                <a:cubicBezTo>
                  <a:pt x="68915" y="235744"/>
                  <a:pt x="85725" y="218934"/>
                  <a:pt x="85725" y="198239"/>
                </a:cubicBezTo>
                <a:lnTo>
                  <a:pt x="85725" y="192881"/>
                </a:lnTo>
                <a:lnTo>
                  <a:pt x="42863" y="192881"/>
                </a:lnTo>
                <a:cubicBezTo>
                  <a:pt x="19221" y="192881"/>
                  <a:pt x="0" y="173660"/>
                  <a:pt x="0" y="150019"/>
                </a:cubicBezTo>
                <a:lnTo>
                  <a:pt x="0" y="107156"/>
                </a:lnTo>
                <a:cubicBezTo>
                  <a:pt x="0" y="83515"/>
                  <a:pt x="19221" y="64294"/>
                  <a:pt x="42863" y="64294"/>
                </a:cubicBezTo>
                <a:lnTo>
                  <a:pt x="85725" y="64294"/>
                </a:lnTo>
                <a:cubicBezTo>
                  <a:pt x="109366" y="64294"/>
                  <a:pt x="128588" y="83515"/>
                  <a:pt x="128588" y="107156"/>
                </a:cubicBezTo>
                <a:lnTo>
                  <a:pt x="128588" y="198239"/>
                </a:ln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381000" y="6174103"/>
            <a:ext cx="11430000" cy="7620"/>
          </a:xfrm>
          <a:custGeom>
            <a:avLst/>
            <a:gdLst/>
            <a:ahLst/>
            <a:cxnLst/>
            <a:rect l="l" t="t" r="r" b="b"/>
            <a:pathLst>
              <a:path w="11430000" h="7620">
                <a:moveTo>
                  <a:pt x="0" y="0"/>
                </a:moveTo>
                <a:lnTo>
                  <a:pt x="11430000" y="0"/>
                </a:lnTo>
                <a:lnTo>
                  <a:pt x="114300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634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122a35b50db05efd2388649c0c8b015646c2c162.jpg"/>
          <p:cNvPicPr>
            <a:picLocks noChangeAspect="1"/>
          </p:cNvPicPr>
          <p:nvPr/>
        </p:nvPicPr>
        <p:blipFill>
          <a:blip r:embed="rId2">
            <a:alphaModFix amt="20000"/>
          </a:blip>
          <a:srcRect t="10247" b="10247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332">
                  <a:alpha val="95000"/>
                </a:srgbClr>
              </a:gs>
              <a:gs pos="50000">
                <a:srgbClr val="1A2332">
                  <a:alpha val="90000"/>
                </a:srgbClr>
              </a:gs>
              <a:gs pos="100000">
                <a:srgbClr val="4A6C8C">
                  <a:alpha val="70000"/>
                </a:srgbClr>
              </a:gs>
            </a:gsLst>
            <a:lin ang="2700000" scaled="1"/>
          </a:gradFill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302925" y="542931"/>
            <a:ext cx="1588770" cy="502920"/>
          </a:xfrm>
          <a:custGeom>
            <a:avLst/>
            <a:gdLst/>
            <a:ahLst/>
            <a:cxnLst/>
            <a:rect l="l" t="t" r="r" b="b"/>
            <a:pathLst>
              <a:path w="1588770" h="502920">
                <a:moveTo>
                  <a:pt x="76202" y="0"/>
                </a:moveTo>
                <a:lnTo>
                  <a:pt x="1512568" y="0"/>
                </a:lnTo>
                <a:cubicBezTo>
                  <a:pt x="1554653" y="0"/>
                  <a:pt x="1588770" y="34117"/>
                  <a:pt x="1588770" y="76202"/>
                </a:cubicBezTo>
                <a:lnTo>
                  <a:pt x="1588770" y="426718"/>
                </a:lnTo>
                <a:cubicBezTo>
                  <a:pt x="1588770" y="468803"/>
                  <a:pt x="1554653" y="502920"/>
                  <a:pt x="1512568" y="502920"/>
                </a:cubicBezTo>
                <a:lnTo>
                  <a:pt x="76202" y="502920"/>
                </a:lnTo>
                <a:cubicBezTo>
                  <a:pt x="34117" y="502920"/>
                  <a:pt x="0" y="468803"/>
                  <a:pt x="0" y="42671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D4A24E">
              <a:alpha val="20000"/>
            </a:srgbClr>
          </a:solidFill>
          <a:ln w="10160">
            <a:solidFill>
              <a:srgbClr val="D4A24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487710" y="683893"/>
            <a:ext cx="1216581" cy="213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sz="1500" b="1" kern="0" spc="75" dirty="0">
                <a:solidFill>
                  <a:srgbClr val="D4A24E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683788" y="1278257"/>
            <a:ext cx="68199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Questions &amp; Answers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181600" y="2116457"/>
            <a:ext cx="1828800" cy="57150"/>
          </a:xfrm>
          <a:custGeom>
            <a:avLst/>
            <a:gdLst/>
            <a:ahLst/>
            <a:cxnLst/>
            <a:rect l="l" t="t" r="r" b="b"/>
            <a:pathLst>
              <a:path w="1828800" h="57150">
                <a:moveTo>
                  <a:pt x="0" y="0"/>
                </a:moveTo>
                <a:lnTo>
                  <a:pt x="1828800" y="0"/>
                </a:lnTo>
                <a:lnTo>
                  <a:pt x="18288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798088" y="2402207"/>
            <a:ext cx="6591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788A9C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We welcome your feedback and inquiries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832610" y="3015496"/>
            <a:ext cx="8522970" cy="2388870"/>
          </a:xfrm>
          <a:custGeom>
            <a:avLst/>
            <a:gdLst/>
            <a:ahLst/>
            <a:cxnLst/>
            <a:rect l="l" t="t" r="r" b="b"/>
            <a:pathLst>
              <a:path w="8522970" h="2388870">
                <a:moveTo>
                  <a:pt x="76205" y="0"/>
                </a:moveTo>
                <a:lnTo>
                  <a:pt x="8446765" y="0"/>
                </a:lnTo>
                <a:cubicBezTo>
                  <a:pt x="8488852" y="0"/>
                  <a:pt x="8522970" y="34118"/>
                  <a:pt x="8522970" y="76205"/>
                </a:cubicBezTo>
                <a:lnTo>
                  <a:pt x="8522970" y="2312665"/>
                </a:lnTo>
                <a:cubicBezTo>
                  <a:pt x="8522970" y="2354752"/>
                  <a:pt x="8488852" y="2388870"/>
                  <a:pt x="8446765" y="2388870"/>
                </a:cubicBezTo>
                <a:lnTo>
                  <a:pt x="76205" y="2388870"/>
                </a:lnTo>
                <a:cubicBezTo>
                  <a:pt x="34118" y="2388870"/>
                  <a:pt x="0" y="2354752"/>
                  <a:pt x="0" y="231266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4A6C8C">
              <a:alpha val="14902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017395" y="3247904"/>
            <a:ext cx="81534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Presenting Team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068830" y="3670814"/>
            <a:ext cx="1893570" cy="1493520"/>
          </a:xfrm>
          <a:custGeom>
            <a:avLst/>
            <a:gdLst/>
            <a:ahLst/>
            <a:cxnLst/>
            <a:rect l="l" t="t" r="r" b="b"/>
            <a:pathLst>
              <a:path w="1893570" h="1493520">
                <a:moveTo>
                  <a:pt x="76199" y="0"/>
                </a:moveTo>
                <a:lnTo>
                  <a:pt x="1817371" y="0"/>
                </a:lnTo>
                <a:cubicBezTo>
                  <a:pt x="1859454" y="0"/>
                  <a:pt x="1893570" y="34116"/>
                  <a:pt x="1893570" y="76199"/>
                </a:cubicBezTo>
                <a:lnTo>
                  <a:pt x="1893570" y="1417321"/>
                </a:lnTo>
                <a:cubicBezTo>
                  <a:pt x="1893570" y="1459404"/>
                  <a:pt x="1859454" y="1493520"/>
                  <a:pt x="1817371" y="1493520"/>
                </a:cubicBezTo>
                <a:lnTo>
                  <a:pt x="76199" y="1493520"/>
                </a:lnTo>
                <a:cubicBezTo>
                  <a:pt x="34116" y="1493520"/>
                  <a:pt x="0" y="1459404"/>
                  <a:pt x="0" y="14173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2332">
              <a:alpha val="50196"/>
            </a:srgbClr>
          </a:solidFill>
          <a:ln w="10160">
            <a:solidFill>
              <a:srgbClr val="D4A24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710815" y="382703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4A24E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653665" y="3827032"/>
            <a:ext cx="7239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2332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SS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182178" y="4512832"/>
            <a:ext cx="1666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sz="1350" b="1" dirty="0" err="1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Siddhant</a:t>
            </a:r>
            <a:r>
              <a:rPr lang="en-US" sz="135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 </a:t>
            </a:r>
            <a:r>
              <a:rPr lang="en-US" sz="1350" b="1" dirty="0" err="1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Sah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122420" y="3670814"/>
            <a:ext cx="1893570" cy="1493520"/>
          </a:xfrm>
          <a:custGeom>
            <a:avLst/>
            <a:gdLst/>
            <a:ahLst/>
            <a:cxnLst/>
            <a:rect l="l" t="t" r="r" b="b"/>
            <a:pathLst>
              <a:path w="1893570" h="1493520">
                <a:moveTo>
                  <a:pt x="76199" y="0"/>
                </a:moveTo>
                <a:lnTo>
                  <a:pt x="1817371" y="0"/>
                </a:lnTo>
                <a:cubicBezTo>
                  <a:pt x="1859454" y="0"/>
                  <a:pt x="1893570" y="34116"/>
                  <a:pt x="1893570" y="76199"/>
                </a:cubicBezTo>
                <a:lnTo>
                  <a:pt x="1893570" y="1417321"/>
                </a:lnTo>
                <a:cubicBezTo>
                  <a:pt x="1893570" y="1459404"/>
                  <a:pt x="1859454" y="1493520"/>
                  <a:pt x="1817371" y="1493520"/>
                </a:cubicBezTo>
                <a:lnTo>
                  <a:pt x="76199" y="1493520"/>
                </a:lnTo>
                <a:cubicBezTo>
                  <a:pt x="34116" y="1493520"/>
                  <a:pt x="0" y="1459404"/>
                  <a:pt x="0" y="14173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2332">
              <a:alpha val="5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764405" y="382703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6C8C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707255" y="3827032"/>
            <a:ext cx="7239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YA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235768" y="4512832"/>
            <a:ext cx="1666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8ECEF"/>
                </a:solidFill>
                <a:ea typeface="Quattrocento Sans" panose="020B0502050000020003" pitchFamily="34" charset="-122"/>
                <a:cs typeface="Quattrocento Sans" panose="020B0502050000020003" pitchFamily="34" charset="-120"/>
              </a:rPr>
              <a:t>Yugant Adhikari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176010" y="3670814"/>
            <a:ext cx="1893570" cy="1493520"/>
          </a:xfrm>
          <a:custGeom>
            <a:avLst/>
            <a:gdLst/>
            <a:ahLst/>
            <a:cxnLst/>
            <a:rect l="l" t="t" r="r" b="b"/>
            <a:pathLst>
              <a:path w="1893570" h="1493520">
                <a:moveTo>
                  <a:pt x="76199" y="0"/>
                </a:moveTo>
                <a:lnTo>
                  <a:pt x="1817371" y="0"/>
                </a:lnTo>
                <a:cubicBezTo>
                  <a:pt x="1859454" y="0"/>
                  <a:pt x="1893570" y="34116"/>
                  <a:pt x="1893570" y="76199"/>
                </a:cubicBezTo>
                <a:lnTo>
                  <a:pt x="1893570" y="1417321"/>
                </a:lnTo>
                <a:cubicBezTo>
                  <a:pt x="1893570" y="1459404"/>
                  <a:pt x="1859454" y="1493520"/>
                  <a:pt x="1817371" y="1493520"/>
                </a:cubicBezTo>
                <a:lnTo>
                  <a:pt x="76199" y="1493520"/>
                </a:lnTo>
                <a:cubicBezTo>
                  <a:pt x="34116" y="1493520"/>
                  <a:pt x="0" y="1459404"/>
                  <a:pt x="0" y="14173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2332">
              <a:alpha val="50196"/>
            </a:srgbClr>
          </a:solidFill>
          <a:ln w="10160">
            <a:solidFill>
              <a:srgbClr val="788A9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817995" y="382703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788A9C"/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760845" y="3827032"/>
            <a:ext cx="7239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2332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SD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289357" y="4512832"/>
            <a:ext cx="1666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sz="1350" b="1" dirty="0" err="1">
                <a:solidFill>
                  <a:srgbClr val="E8ECEF"/>
                </a:solidFill>
                <a:ea typeface="Quattrocento Sans" panose="020B0502050000020003" pitchFamily="34" charset="-122"/>
              </a:rPr>
              <a:t>Sumnima</a:t>
            </a:r>
            <a:r>
              <a:rPr lang="en-US" sz="1350" b="1" dirty="0">
                <a:solidFill>
                  <a:srgbClr val="E8ECEF"/>
                </a:solidFill>
                <a:ea typeface="Quattrocento Sans" panose="020B0502050000020003" pitchFamily="34" charset="-122"/>
              </a:rPr>
              <a:t> </a:t>
            </a:r>
            <a:r>
              <a:rPr lang="en-US" sz="1350" b="1" dirty="0" err="1">
                <a:solidFill>
                  <a:srgbClr val="E8ECEF"/>
                </a:solidFill>
                <a:ea typeface="Quattrocento Sans" panose="020B0502050000020003" pitchFamily="34" charset="-122"/>
              </a:rPr>
              <a:t>Dhungana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8229600" y="3670814"/>
            <a:ext cx="1893570" cy="1493520"/>
          </a:xfrm>
          <a:custGeom>
            <a:avLst/>
            <a:gdLst/>
            <a:ahLst/>
            <a:cxnLst/>
            <a:rect l="l" t="t" r="r" b="b"/>
            <a:pathLst>
              <a:path w="1893570" h="1493520">
                <a:moveTo>
                  <a:pt x="76199" y="0"/>
                </a:moveTo>
                <a:lnTo>
                  <a:pt x="1817371" y="0"/>
                </a:lnTo>
                <a:cubicBezTo>
                  <a:pt x="1859454" y="0"/>
                  <a:pt x="1893570" y="34116"/>
                  <a:pt x="1893570" y="76199"/>
                </a:cubicBezTo>
                <a:lnTo>
                  <a:pt x="1893570" y="1417321"/>
                </a:lnTo>
                <a:cubicBezTo>
                  <a:pt x="1893570" y="1459404"/>
                  <a:pt x="1859454" y="1493520"/>
                  <a:pt x="1817371" y="1493520"/>
                </a:cubicBezTo>
                <a:lnTo>
                  <a:pt x="76199" y="1493520"/>
                </a:lnTo>
                <a:cubicBezTo>
                  <a:pt x="34116" y="1493520"/>
                  <a:pt x="0" y="1459404"/>
                  <a:pt x="0" y="14173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2332">
              <a:alpha val="50196"/>
            </a:srgbClr>
          </a:solidFill>
          <a:ln w="10160">
            <a:solidFill>
              <a:srgbClr val="1D9E7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8861703" y="382703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1D9E75"/>
          </a:solidFill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8814435" y="3827032"/>
            <a:ext cx="7239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8ECEF"/>
                </a:solidFill>
                <a:ea typeface="Liter" panose="02000503030000020004" pitchFamily="34" charset="-122"/>
                <a:cs typeface="Liter" panose="02000503030000020004" pitchFamily="34" charset="-120"/>
              </a:rPr>
              <a:t>SB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342948" y="4512832"/>
            <a:ext cx="1666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8ECEF"/>
                </a:solidFill>
                <a:ea typeface="Quattrocento Sans" panose="020B0502050000020003" pitchFamily="34" charset="-122"/>
              </a:rPr>
              <a:t>Shreya </a:t>
            </a:r>
            <a:r>
              <a:rPr lang="en-US" sz="1350" b="1" dirty="0" err="1">
                <a:solidFill>
                  <a:srgbClr val="E8ECEF"/>
                </a:solidFill>
                <a:ea typeface="Quattrocento Sans" panose="020B0502050000020003" pitchFamily="34" charset="-122"/>
              </a:rPr>
              <a:t>Bista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40661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1616</Words>
  <Application>Microsoft Office PowerPoint</Application>
  <PresentationFormat>Widescreen</PresentationFormat>
  <Paragraphs>351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Liter</vt:lpstr>
      <vt:lpstr>MiSans</vt:lpstr>
      <vt:lpstr>Quattrocento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cp:lastModifiedBy>Siddhant Sah</cp:lastModifiedBy>
  <cp:revision>8</cp:revision>
  <dcterms:created xsi:type="dcterms:W3CDTF">2026-04-19T14:43:23Z</dcterms:created>
  <dcterms:modified xsi:type="dcterms:W3CDTF">2026-04-19T17:09:01Z</dcterms:modified>
</cp:coreProperties>
</file>